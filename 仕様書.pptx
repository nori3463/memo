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B23A7F-56E7-5A59-0B7D-7BD51657C8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2948E2E-2EC8-56AB-4522-F2688FA5B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A764BB-4C30-6137-6FFA-82B09A4CC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435B7-E62C-44EE-A4AD-7C3BB417768E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3F3FD4-D05F-1AD3-E96F-3D123346A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CD0F6D-BB2C-F7A8-80AC-FD63245A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9BE0-6B75-4FA9-BBD0-8F496F8B69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7201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D509B2-A8C7-4AC7-9C5C-F565F5D65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86B0AF-FC3F-B287-576C-6E5AEF6B7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78CDB6-DE94-95B0-3360-02D51A58F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435B7-E62C-44EE-A4AD-7C3BB417768E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E34C86-7076-D8DE-66E8-475786A97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DCBBCE-7B90-0CE1-557C-07680AA68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9BE0-6B75-4FA9-BBD0-8F496F8B69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2841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3DB8C6-00ED-3BEA-CEA2-535EF4105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05645F-B28B-8C21-0E9C-99B6DFC07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38C72B-AF31-EA89-4356-F69576F1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435B7-E62C-44EE-A4AD-7C3BB417768E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06EC98-FBEC-61BB-02F0-9030BA37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7CEFF5-B095-D9A2-1D86-6D7110A89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9BE0-6B75-4FA9-BBD0-8F496F8B69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1562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DD75D7-AB58-AF90-013E-BA0B9AF13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86A7D5B-147C-0955-3CE8-AC06AE8AC3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959D3E9-2C78-3430-B87B-D57A8F19C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303AEEF-9F86-E1CA-3E9D-657909D8F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435B7-E62C-44EE-A4AD-7C3BB417768E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6E92E5B-BBEC-7250-BD42-31E49CD64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0B4898-70A4-B8FD-91A4-05CC23996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9BE0-6B75-4FA9-BBD0-8F496F8B69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8734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543ACC-2824-3C3E-D846-40AB4B824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C67E21-399D-5FEF-84C7-86C51B79B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113DDF3-7D94-1FF6-BBED-2BB8935C3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CAD24F3-AAB4-17BF-96F4-4D1FF427A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CCE8860-030D-5D22-EE7B-8B4BECB4EF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ADAE29A-3ED2-AB3F-70C3-3D2922863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435B7-E62C-44EE-A4AD-7C3BB417768E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494B693-3428-C5AE-65CB-31B81C3F9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CE18683-9067-64B5-42CD-5DA513376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9BE0-6B75-4FA9-BBD0-8F496F8B69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8132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933C49-5B26-6FD5-EBB4-A8CDFAF30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FD8CFB3-0D98-FEC3-8F0B-A69FF4B4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435B7-E62C-44EE-A4AD-7C3BB417768E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823689D-509E-1642-BB18-5D9419F5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4B73BA2-7574-C5AB-9904-F09F8F79C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9BE0-6B75-4FA9-BBD0-8F496F8B69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7188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B828CF8-3CF7-493C-D93B-71361D8F7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435B7-E62C-44EE-A4AD-7C3BB417768E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64C813B-0AF9-AB98-A1A2-61E835F03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7D2C7F3-0D73-1F1D-4ED1-D5943E0E0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9BE0-6B75-4FA9-BBD0-8F496F8B69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4108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5DDFEC-C488-D8A6-0DFF-99ED13967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30C19C-31E5-4497-D1BB-280E533F5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7D2FCB3-318E-E9E6-6582-E1D70E133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41C7DB2-C08D-1B7F-94AD-42BC8CFB0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435B7-E62C-44EE-A4AD-7C3BB417768E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1CC5B7B-5F79-8B3E-182B-77013332A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2E6C9AD-B1EE-2719-F396-A9F7D9AAB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9BE0-6B75-4FA9-BBD0-8F496F8B69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4842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693825-2555-37F9-4A79-1499C3D50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76CD15E-A52D-035F-7481-EEACA8251A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19A8A4A-EC78-10A9-8BB9-9C1D4656E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79791E-FC64-0C0F-EAEE-F511CB64D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435B7-E62C-44EE-A4AD-7C3BB417768E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9556CBC-172C-946F-3C45-931A44A20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DF6B80C-1FD2-8C27-1BB6-AB5AAD943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9BE0-6B75-4FA9-BBD0-8F496F8B69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1610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D5BDAB-DBDA-8D30-A647-73AFD8645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0FA7EC9-6011-5662-A82D-44466C10F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1884AD-2D43-11B3-180A-D287466F9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435B7-E62C-44EE-A4AD-7C3BB417768E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308332-F71D-51E7-D293-DBACD02C7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06276A-115C-00FD-7F2A-8F04B77FA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9BE0-6B75-4FA9-BBD0-8F496F8B69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5994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95060D3-268B-E977-58E7-ABFE4178C2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ABDFBC4-4D95-A180-AD08-4906E9EA0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A80437-7E32-9156-DCA6-386A8CEA1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435B7-E62C-44EE-A4AD-7C3BB417768E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142EAE-D507-346F-E452-D54B67061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7C84E3-7315-D210-C66A-FA49FAE91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99BE0-6B75-4FA9-BBD0-8F496F8B69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7628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DC0D23F-485D-8B01-2D21-97A9DB0FF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A80100-E644-4955-BA73-23B83F604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5AD32A-F164-9623-BF19-D8F3803585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435B7-E62C-44EE-A4AD-7C3BB417768E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D51934-B7B8-15C1-9C1E-3C0841B942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DE33DC-DABA-4AE9-60E7-5EE65C16CE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F99BE0-6B75-4FA9-BBD0-8F496F8B69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4096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6C2D14-2418-DDA2-2364-D6F2CA1463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altLang="ja-JP" dirty="0"/>
            </a:br>
            <a:br>
              <a:rPr lang="en-US" altLang="ja-JP" dirty="0"/>
            </a:br>
            <a:br>
              <a:rPr lang="en-US" altLang="ja-JP" dirty="0"/>
            </a:br>
            <a:br>
              <a:rPr lang="en-US" altLang="ja-JP" dirty="0"/>
            </a:br>
            <a:r>
              <a:rPr lang="ja-JP" altLang="en-US" dirty="0"/>
              <a:t>モバイル開発</a:t>
            </a:r>
            <a:br>
              <a:rPr lang="en-US" altLang="ja-JP" dirty="0"/>
            </a:br>
            <a:br>
              <a:rPr lang="en-US" altLang="ja-JP" dirty="0"/>
            </a:br>
            <a:r>
              <a:rPr lang="ja-JP" altLang="en-US" dirty="0"/>
              <a:t>メモ帳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04F82A6-5B4D-9570-1123-7A45BAB2EF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本田　隼翔</a:t>
            </a:r>
          </a:p>
        </p:txBody>
      </p:sp>
    </p:spTree>
    <p:extLst>
      <p:ext uri="{BB962C8B-B14F-4D97-AF65-F5344CB8AC3E}">
        <p14:creationId xmlns:p14="http://schemas.microsoft.com/office/powerpoint/2010/main" val="2870480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4CE247-F748-D24F-223F-369E593FC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800" b="1" dirty="0"/>
              <a:t>アプリの概要</a:t>
            </a:r>
            <a:endParaRPr kumimoji="1" lang="ja-JP" altLang="en-US" sz="4800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A62D2D-DF13-22B4-D801-B17EE97CD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忘れないように</a:t>
            </a:r>
            <a:r>
              <a:rPr lang="ja-JP" altLang="en-US" dirty="0"/>
              <a:t>大事なことをメモしておけるアプリ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メモの追加・削除・編集ができる。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7941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F6F204D-0621-791F-1FAB-2FA2C0B0C95E}"/>
              </a:ext>
            </a:extLst>
          </p:cNvPr>
          <p:cNvSpPr txBox="1"/>
          <p:nvPr/>
        </p:nvSpPr>
        <p:spPr>
          <a:xfrm>
            <a:off x="1698172" y="1698563"/>
            <a:ext cx="28629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4000" dirty="0"/>
              <a:t>ホーム画面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419F121-1794-E1B6-8936-227C8543A418}"/>
              </a:ext>
            </a:extLst>
          </p:cNvPr>
          <p:cNvSpPr txBox="1"/>
          <p:nvPr/>
        </p:nvSpPr>
        <p:spPr>
          <a:xfrm>
            <a:off x="6999514" y="1652396"/>
            <a:ext cx="3396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/>
              <a:t>　メモ画面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5B43F95-8C23-CCEB-1C6E-D51C494B0D66}"/>
              </a:ext>
            </a:extLst>
          </p:cNvPr>
          <p:cNvSpPr/>
          <p:nvPr/>
        </p:nvSpPr>
        <p:spPr>
          <a:xfrm>
            <a:off x="7119256" y="1535592"/>
            <a:ext cx="3156859" cy="870857"/>
          </a:xfrm>
          <a:prstGeom prst="round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8C5538D-2BC2-36AC-CD04-9303AADB9C86}"/>
              </a:ext>
            </a:extLst>
          </p:cNvPr>
          <p:cNvSpPr/>
          <p:nvPr/>
        </p:nvSpPr>
        <p:spPr>
          <a:xfrm>
            <a:off x="1649184" y="1570910"/>
            <a:ext cx="2862945" cy="870857"/>
          </a:xfrm>
          <a:prstGeom prst="round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4FC7763-2B0A-0DF5-14D5-4DD9A9118A7C}"/>
              </a:ext>
            </a:extLst>
          </p:cNvPr>
          <p:cNvSpPr txBox="1"/>
          <p:nvPr/>
        </p:nvSpPr>
        <p:spPr>
          <a:xfrm>
            <a:off x="1567544" y="2767280"/>
            <a:ext cx="33310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・保存したメモを表示する</a:t>
            </a:r>
            <a:endParaRPr kumimoji="1" lang="en-US" altLang="ja-JP" sz="2000" dirty="0"/>
          </a:p>
          <a:p>
            <a:r>
              <a:rPr kumimoji="1" lang="ja-JP" altLang="en-US" sz="2000" dirty="0"/>
              <a:t>・何も保存してない場合は　　</a:t>
            </a:r>
            <a:endParaRPr kumimoji="1" lang="en-US" altLang="ja-JP" sz="2000" dirty="0"/>
          </a:p>
          <a:p>
            <a:r>
              <a:rPr kumimoji="1" lang="ja-JP" altLang="en-US" sz="2000" dirty="0"/>
              <a:t>　保存されているメモは　　　</a:t>
            </a:r>
            <a:endParaRPr kumimoji="1" lang="en-US" altLang="ja-JP" sz="2000" dirty="0"/>
          </a:p>
          <a:p>
            <a:r>
              <a:rPr lang="ja-JP" altLang="en-US" sz="2000" dirty="0"/>
              <a:t>　</a:t>
            </a:r>
            <a:r>
              <a:rPr kumimoji="1" lang="ja-JP" altLang="en-US" sz="2000" dirty="0"/>
              <a:t>ありませんと</a:t>
            </a:r>
            <a:r>
              <a:rPr lang="ja-JP" altLang="en-US" sz="2000" dirty="0"/>
              <a:t>表示される</a:t>
            </a:r>
            <a:endParaRPr lang="en-US" altLang="ja-JP" sz="2000" dirty="0"/>
          </a:p>
          <a:p>
            <a:r>
              <a:rPr kumimoji="1" lang="ja-JP" altLang="en-US" sz="2000" dirty="0"/>
              <a:t>・ロードしても保存した　　</a:t>
            </a:r>
            <a:endParaRPr kumimoji="1" lang="en-US" altLang="ja-JP" sz="2000" dirty="0"/>
          </a:p>
          <a:p>
            <a:r>
              <a:rPr lang="ja-JP" altLang="en-US" sz="2000" dirty="0"/>
              <a:t>　</a:t>
            </a:r>
            <a:r>
              <a:rPr kumimoji="1" lang="ja-JP" altLang="en-US" sz="2000" dirty="0"/>
              <a:t>メモが表示される</a:t>
            </a:r>
            <a:endParaRPr kumimoji="1" lang="en-US" altLang="ja-JP" sz="2000" dirty="0"/>
          </a:p>
          <a:p>
            <a:r>
              <a:rPr lang="ja-JP" altLang="en-US" sz="2000" dirty="0"/>
              <a:t>・右下の＋ボタンを押し</a:t>
            </a:r>
            <a:endParaRPr lang="en-US" altLang="ja-JP" sz="2000" dirty="0"/>
          </a:p>
          <a:p>
            <a:r>
              <a:rPr lang="ja-JP" altLang="en-US" sz="2000" dirty="0"/>
              <a:t>　たらメモを入力できる</a:t>
            </a:r>
            <a:endParaRPr lang="en-US" altLang="ja-JP" sz="2000" dirty="0"/>
          </a:p>
          <a:p>
            <a:endParaRPr kumimoji="1" lang="ja-JP" altLang="en-US" sz="20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3D25612-DAFC-A913-5720-8F199BD5941D}"/>
              </a:ext>
            </a:extLst>
          </p:cNvPr>
          <p:cNvSpPr txBox="1"/>
          <p:nvPr/>
        </p:nvSpPr>
        <p:spPr>
          <a:xfrm>
            <a:off x="7293429" y="2523253"/>
            <a:ext cx="2786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・メモの追加、編集、</a:t>
            </a:r>
            <a:endParaRPr lang="en-US" altLang="ja-JP" dirty="0"/>
          </a:p>
          <a:p>
            <a:r>
              <a:rPr lang="ja-JP" altLang="en-US" dirty="0"/>
              <a:t>　削除などが可能</a:t>
            </a:r>
            <a:endParaRPr kumimoji="1" lang="ja-JP" altLang="en-US" dirty="0"/>
          </a:p>
        </p:txBody>
      </p:sp>
      <p:sp>
        <p:nvSpPr>
          <p:cNvPr id="14" name="矢印: 下 13">
            <a:extLst>
              <a:ext uri="{FF2B5EF4-FFF2-40B4-BE49-F238E27FC236}">
                <a16:creationId xmlns:a16="http://schemas.microsoft.com/office/drawing/2014/main" id="{C437CD11-65AE-69EA-2A24-4CCDDB8CD17C}"/>
              </a:ext>
            </a:extLst>
          </p:cNvPr>
          <p:cNvSpPr/>
          <p:nvPr/>
        </p:nvSpPr>
        <p:spPr>
          <a:xfrm rot="16200000">
            <a:off x="5531215" y="1127220"/>
            <a:ext cx="568956" cy="1850571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7D3335D-F86F-980A-0724-D66DC3833B5E}"/>
              </a:ext>
            </a:extLst>
          </p:cNvPr>
          <p:cNvSpPr txBox="1"/>
          <p:nvPr/>
        </p:nvSpPr>
        <p:spPr>
          <a:xfrm>
            <a:off x="283029" y="233671"/>
            <a:ext cx="39732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0" b="1" dirty="0"/>
              <a:t>遷移図</a:t>
            </a:r>
          </a:p>
        </p:txBody>
      </p:sp>
    </p:spTree>
    <p:extLst>
      <p:ext uri="{BB962C8B-B14F-4D97-AF65-F5344CB8AC3E}">
        <p14:creationId xmlns:p14="http://schemas.microsoft.com/office/powerpoint/2010/main" val="1853225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104</Words>
  <Application>Microsoft Office PowerPoint</Application>
  <PresentationFormat>ワイド画面</PresentationFormat>
  <Paragraphs>18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    モバイル開発  メモ帳</vt:lpstr>
      <vt:lpstr>アプリの概要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隼翔 本田</dc:creator>
  <cp:lastModifiedBy>隼翔 本田</cp:lastModifiedBy>
  <cp:revision>9</cp:revision>
  <dcterms:created xsi:type="dcterms:W3CDTF">2025-12-02T05:39:17Z</dcterms:created>
  <dcterms:modified xsi:type="dcterms:W3CDTF">2026-01-21T00:54:30Z</dcterms:modified>
</cp:coreProperties>
</file>