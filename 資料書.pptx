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
  </p:notesMasterIdLst>
  <p:sldIdLst>
    <p:sldId id="256" r:id="rId2"/>
    <p:sldId id="259" r:id="rId3"/>
    <p:sldId id="257" r:id="rId4"/>
    <p:sldId id="258"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20" autoAdjust="0"/>
    <p:restoredTop sz="94660"/>
  </p:normalViewPr>
  <p:slideViewPr>
    <p:cSldViewPr snapToGrid="0">
      <p:cViewPr varScale="1">
        <p:scale>
          <a:sx n="55" d="100"/>
          <a:sy n="55" d="100"/>
        </p:scale>
        <p:origin x="125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FD0E49-C193-4C2B-8B4C-53762FE16E91}" type="datetimeFigureOut">
              <a:rPr kumimoji="1" lang="ja-JP" altLang="en-US" smtClean="0"/>
              <a:t>2026/5/13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50E447-F542-4B36-B7DD-E183A58D884C}" type="slidenum">
              <a:rPr kumimoji="1" lang="ja-JP" altLang="en-US" smtClean="0"/>
              <a:t>‹#›</a:t>
            </a:fld>
            <a:endParaRPr kumimoji="1" lang="ja-JP" altLang="en-US"/>
          </a:p>
        </p:txBody>
      </p:sp>
    </p:spTree>
    <p:extLst>
      <p:ext uri="{BB962C8B-B14F-4D97-AF65-F5344CB8AC3E}">
        <p14:creationId xmlns:p14="http://schemas.microsoft.com/office/powerpoint/2010/main" val="4790213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7250E447-F542-4B36-B7DD-E183A58D884C}" type="slidenum">
              <a:rPr kumimoji="1" lang="ja-JP" altLang="en-US" smtClean="0"/>
              <a:t>1</a:t>
            </a:fld>
            <a:endParaRPr kumimoji="1" lang="ja-JP" altLang="en-US"/>
          </a:p>
        </p:txBody>
      </p:sp>
    </p:spTree>
    <p:extLst>
      <p:ext uri="{BB962C8B-B14F-4D97-AF65-F5344CB8AC3E}">
        <p14:creationId xmlns:p14="http://schemas.microsoft.com/office/powerpoint/2010/main" val="40087057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28E435B7-E62C-44EE-A4AD-7C3BB417768E}" type="datetimeFigureOut">
              <a:rPr kumimoji="1" lang="ja-JP" altLang="en-US" smtClean="0"/>
              <a:t>2026/5/13</a:t>
            </a:fld>
            <a:endParaRPr kumimoji="1" lang="ja-JP" alt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kumimoji="1" lang="ja-JP" alt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4038296844"/>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2782075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セクション見出し">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28E435B7-E62C-44EE-A4AD-7C3BB417768E}" type="datetimeFigureOut">
              <a:rPr kumimoji="1" lang="ja-JP" altLang="en-US" smtClean="0"/>
              <a:t>2026/5/13</a:t>
            </a:fld>
            <a:endParaRPr kumimoji="1" lang="ja-JP" alt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kumimoji="1" lang="ja-JP" altLang="en-US"/>
          </a:p>
        </p:txBody>
      </p:sp>
      <p:sp>
        <p:nvSpPr>
          <p:cNvPr id="6" name="Slide Number Placeholder 5"/>
          <p:cNvSpPr>
            <a:spLocks noGrp="1"/>
          </p:cNvSpPr>
          <p:nvPr>
            <p:ph type="sldNum" sz="quarter" idx="12"/>
          </p:nvPr>
        </p:nvSpPr>
        <p:spPr>
          <a:xfrm>
            <a:off x="8604504" y="5211060"/>
            <a:ext cx="2112264" cy="228600"/>
          </a:xfrm>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48020354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2919313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7257301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1367702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3753607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タイトル付きのコンテンツ">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ja-JP" altLang="en-US"/>
              <a:t>マスター タイトルの書式設定</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8" name="Date Placeholder 7"/>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9" name="Footer Placeholder 8"/>
          <p:cNvSpPr>
            <a:spLocks noGrp="1"/>
          </p:cNvSpPr>
          <p:nvPr>
            <p:ph type="ftr" sz="quarter" idx="11"/>
          </p:nvPr>
        </p:nvSpPr>
        <p:spPr/>
        <p:txBody>
          <a:bodyPr/>
          <a:lstStyle>
            <a:lvl1pPr algn="r">
              <a:defRPr/>
            </a:lvl1pPr>
          </a:lstStyle>
          <a:p>
            <a:endParaRPr kumimoji="1" lang="ja-JP" alt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B0F99BE0-6B75-4FA9-BBD0-8F496F8B693F}" type="slidenum">
              <a:rPr kumimoji="1" lang="ja-JP" altLang="en-US" smtClean="0"/>
              <a:t>‹#›</a:t>
            </a:fld>
            <a:endParaRPr kumimoji="1" lang="ja-JP" alt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56153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タイトル付きの図">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28E435B7-E62C-44EE-A4AD-7C3BB417768E}" type="datetimeFigureOut">
              <a:rPr kumimoji="1" lang="ja-JP" altLang="en-US" smtClean="0"/>
              <a:t>2026/5/13</a:t>
            </a:fld>
            <a:endParaRPr kumimoji="1" lang="ja-JP" alt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kumimoji="1" lang="ja-JP" altLang="en-US"/>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B0F99BE0-6B75-4FA9-BBD0-8F496F8B693F}" type="slidenum">
              <a:rPr kumimoji="1" lang="ja-JP" altLang="en-US" smtClean="0"/>
              <a:t>‹#›</a:t>
            </a:fld>
            <a:endParaRPr kumimoji="1" lang="ja-JP" alt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589621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40326719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28E435B7-E62C-44EE-A4AD-7C3BB417768E}" type="datetimeFigureOut">
              <a:rPr kumimoji="1" lang="ja-JP" altLang="en-US" smtClean="0"/>
              <a:t>2026/5/13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1608966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28E435B7-E62C-44EE-A4AD-7C3BB417768E}" type="datetimeFigureOut">
              <a:rPr kumimoji="1" lang="ja-JP" altLang="en-US" smtClean="0"/>
              <a:t>2026/5/13</a:t>
            </a:fld>
            <a:endParaRPr kumimoji="1" lang="ja-JP" alt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kumimoji="1" lang="ja-JP" alt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B0F99BE0-6B75-4FA9-BBD0-8F496F8B693F}" type="slidenum">
              <a:rPr kumimoji="1" lang="ja-JP" altLang="en-US" smtClean="0"/>
              <a:t>‹#›</a:t>
            </a:fld>
            <a:endParaRPr kumimoji="1" lang="ja-JP" altLang="en-US"/>
          </a:p>
        </p:txBody>
      </p:sp>
    </p:spTree>
    <p:extLst>
      <p:ext uri="{BB962C8B-B14F-4D97-AF65-F5344CB8AC3E}">
        <p14:creationId xmlns:p14="http://schemas.microsoft.com/office/powerpoint/2010/main" val="24239615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kumimoji="1"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kumimoji="1"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kumimoji="1" sz="14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F6C2D14-2418-DDA2-2364-D6F2CA146365}"/>
              </a:ext>
            </a:extLst>
          </p:cNvPr>
          <p:cNvSpPr>
            <a:spLocks noGrp="1"/>
          </p:cNvSpPr>
          <p:nvPr>
            <p:ph type="ctrTitle"/>
          </p:nvPr>
        </p:nvSpPr>
        <p:spPr>
          <a:xfrm>
            <a:off x="1561707" y="523721"/>
            <a:ext cx="9068586" cy="2590800"/>
          </a:xfrm>
        </p:spPr>
        <p:txBody>
          <a:bodyPr>
            <a:normAutofit fontScale="90000"/>
          </a:bodyPr>
          <a:lstStyle/>
          <a:p>
            <a:br>
              <a:rPr lang="en-US" altLang="ja-JP" dirty="0"/>
            </a:br>
            <a:br>
              <a:rPr lang="en-US" altLang="ja-JP" dirty="0"/>
            </a:br>
            <a:br>
              <a:rPr lang="en-US" altLang="ja-JP" dirty="0"/>
            </a:br>
            <a:br>
              <a:rPr lang="en-US" altLang="ja-JP" dirty="0"/>
            </a:br>
            <a:r>
              <a:rPr lang="ja-JP" altLang="en-US" dirty="0"/>
              <a:t>モバイル</a:t>
            </a:r>
            <a:br>
              <a:rPr lang="en-US" altLang="ja-JP" dirty="0"/>
            </a:br>
            <a:br>
              <a:rPr lang="en-US" altLang="ja-JP" dirty="0"/>
            </a:br>
            <a:r>
              <a:rPr lang="ja-JP" altLang="en-US" sz="9800" b="1" dirty="0"/>
              <a:t>メモ帳</a:t>
            </a:r>
            <a:endParaRPr kumimoji="1" lang="ja-JP" altLang="en-US" sz="9800" b="1" dirty="0"/>
          </a:p>
        </p:txBody>
      </p:sp>
      <p:sp>
        <p:nvSpPr>
          <p:cNvPr id="3" name="字幕 2">
            <a:extLst>
              <a:ext uri="{FF2B5EF4-FFF2-40B4-BE49-F238E27FC236}">
                <a16:creationId xmlns:a16="http://schemas.microsoft.com/office/drawing/2014/main" id="{F04F82A6-5B4D-9570-1123-7A45BAB2EF22}"/>
              </a:ext>
            </a:extLst>
          </p:cNvPr>
          <p:cNvSpPr>
            <a:spLocks noGrp="1"/>
          </p:cNvSpPr>
          <p:nvPr>
            <p:ph type="subTitle" idx="1"/>
          </p:nvPr>
        </p:nvSpPr>
        <p:spPr>
          <a:xfrm>
            <a:off x="5083629" y="4787375"/>
            <a:ext cx="9144000" cy="1655762"/>
          </a:xfrm>
        </p:spPr>
        <p:txBody>
          <a:bodyPr>
            <a:normAutofit/>
          </a:bodyPr>
          <a:lstStyle/>
          <a:p>
            <a:r>
              <a:rPr kumimoji="1" lang="ja-JP" altLang="en-US" sz="3200" dirty="0"/>
              <a:t>本田 隼翔</a:t>
            </a:r>
          </a:p>
        </p:txBody>
      </p:sp>
    </p:spTree>
    <p:extLst>
      <p:ext uri="{BB962C8B-B14F-4D97-AF65-F5344CB8AC3E}">
        <p14:creationId xmlns:p14="http://schemas.microsoft.com/office/powerpoint/2010/main" val="28704806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F3D07D-1292-BB36-83D4-A9F5243E94BA}"/>
              </a:ext>
            </a:extLst>
          </p:cNvPr>
          <p:cNvSpPr>
            <a:spLocks noGrp="1"/>
          </p:cNvSpPr>
          <p:nvPr>
            <p:ph type="title"/>
          </p:nvPr>
        </p:nvSpPr>
        <p:spPr>
          <a:xfrm>
            <a:off x="141514" y="0"/>
            <a:ext cx="10058400" cy="1371600"/>
          </a:xfrm>
        </p:spPr>
        <p:txBody>
          <a:bodyPr/>
          <a:lstStyle/>
          <a:p>
            <a:r>
              <a:rPr kumimoji="1" lang="ja-JP" altLang="en-US" b="1" dirty="0"/>
              <a:t>このアプリを作ろうと思った理由</a:t>
            </a:r>
          </a:p>
        </p:txBody>
      </p:sp>
      <p:sp>
        <p:nvSpPr>
          <p:cNvPr id="3" name="コンテンツ プレースホルダー 2">
            <a:extLst>
              <a:ext uri="{FF2B5EF4-FFF2-40B4-BE49-F238E27FC236}">
                <a16:creationId xmlns:a16="http://schemas.microsoft.com/office/drawing/2014/main" id="{68E14351-FC37-EE9F-DA4D-72D77B356304}"/>
              </a:ext>
            </a:extLst>
          </p:cNvPr>
          <p:cNvSpPr>
            <a:spLocks noGrp="1"/>
          </p:cNvSpPr>
          <p:nvPr>
            <p:ph idx="1"/>
          </p:nvPr>
        </p:nvSpPr>
        <p:spPr/>
        <p:txBody>
          <a:bodyPr>
            <a:normAutofit/>
          </a:bodyPr>
          <a:lstStyle/>
          <a:p>
            <a:r>
              <a:rPr kumimoji="1" lang="ja-JP" altLang="en-US" sz="3600" dirty="0"/>
              <a:t>すぐ物事や大切なこと、言われたことを忘れる自分に必要なものと考えたときにメモすれば　いいじゃん！と思い作成に至った</a:t>
            </a:r>
          </a:p>
        </p:txBody>
      </p:sp>
    </p:spTree>
    <p:extLst>
      <p:ext uri="{BB962C8B-B14F-4D97-AF65-F5344CB8AC3E}">
        <p14:creationId xmlns:p14="http://schemas.microsoft.com/office/powerpoint/2010/main" val="3512918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04CE247-F748-D24F-223F-369E593FC875}"/>
              </a:ext>
            </a:extLst>
          </p:cNvPr>
          <p:cNvSpPr>
            <a:spLocks noGrp="1"/>
          </p:cNvSpPr>
          <p:nvPr>
            <p:ph type="title"/>
          </p:nvPr>
        </p:nvSpPr>
        <p:spPr>
          <a:xfrm>
            <a:off x="239486" y="0"/>
            <a:ext cx="10058400" cy="1371600"/>
          </a:xfrm>
        </p:spPr>
        <p:txBody>
          <a:bodyPr>
            <a:normAutofit/>
          </a:bodyPr>
          <a:lstStyle/>
          <a:p>
            <a:r>
              <a:rPr lang="ja-JP" altLang="en-US" sz="4800" b="1" dirty="0"/>
              <a:t>アプリの概要</a:t>
            </a:r>
            <a:endParaRPr kumimoji="1" lang="ja-JP" altLang="en-US" sz="4800" b="1" dirty="0"/>
          </a:p>
        </p:txBody>
      </p:sp>
      <p:sp>
        <p:nvSpPr>
          <p:cNvPr id="3" name="コンテンツ プレースホルダー 2">
            <a:extLst>
              <a:ext uri="{FF2B5EF4-FFF2-40B4-BE49-F238E27FC236}">
                <a16:creationId xmlns:a16="http://schemas.microsoft.com/office/drawing/2014/main" id="{00A62D2D-DF13-22B4-D801-B17EE97CDD6E}"/>
              </a:ext>
            </a:extLst>
          </p:cNvPr>
          <p:cNvSpPr>
            <a:spLocks noGrp="1"/>
          </p:cNvSpPr>
          <p:nvPr>
            <p:ph idx="1"/>
          </p:nvPr>
        </p:nvSpPr>
        <p:spPr>
          <a:xfrm>
            <a:off x="1066799" y="2103120"/>
            <a:ext cx="10700657" cy="3931920"/>
          </a:xfrm>
        </p:spPr>
        <p:txBody>
          <a:bodyPr/>
          <a:lstStyle/>
          <a:p>
            <a:pPr marL="0" indent="0">
              <a:buNone/>
            </a:pPr>
            <a:r>
              <a:rPr kumimoji="1" lang="ja-JP" altLang="en-US" sz="3600" dirty="0"/>
              <a:t>忘れないように</a:t>
            </a:r>
            <a:r>
              <a:rPr lang="ja-JP" altLang="en-US" sz="3600" dirty="0"/>
              <a:t>大事なことをメモしておけるアプリ</a:t>
            </a:r>
            <a:endParaRPr lang="en-US" altLang="ja-JP" sz="3600" dirty="0"/>
          </a:p>
          <a:p>
            <a:pPr marL="0" indent="0">
              <a:buNone/>
            </a:pPr>
            <a:r>
              <a:rPr lang="ja-JP" altLang="en-US" sz="3600" dirty="0"/>
              <a:t>メモの追加・削除・編集・保存ができる</a:t>
            </a:r>
            <a:r>
              <a:rPr lang="ja-JP" altLang="en-US" dirty="0"/>
              <a:t>。</a:t>
            </a:r>
            <a:endParaRPr kumimoji="1" lang="en-US" altLang="ja-JP" dirty="0"/>
          </a:p>
        </p:txBody>
      </p:sp>
    </p:spTree>
    <p:extLst>
      <p:ext uri="{BB962C8B-B14F-4D97-AF65-F5344CB8AC3E}">
        <p14:creationId xmlns:p14="http://schemas.microsoft.com/office/powerpoint/2010/main" val="1379418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9F6F204D-0621-791F-1FAB-2FA2C0B0C95E}"/>
              </a:ext>
            </a:extLst>
          </p:cNvPr>
          <p:cNvSpPr txBox="1"/>
          <p:nvPr/>
        </p:nvSpPr>
        <p:spPr>
          <a:xfrm>
            <a:off x="1698172" y="1698563"/>
            <a:ext cx="2862944" cy="707886"/>
          </a:xfrm>
          <a:prstGeom prst="rect">
            <a:avLst/>
          </a:prstGeom>
          <a:noFill/>
        </p:spPr>
        <p:txBody>
          <a:bodyPr wrap="square">
            <a:spAutoFit/>
          </a:bodyPr>
          <a:lstStyle/>
          <a:p>
            <a:r>
              <a:rPr kumimoji="1" lang="ja-JP" altLang="en-US" sz="4000" dirty="0"/>
              <a:t>ホーム画面</a:t>
            </a:r>
          </a:p>
        </p:txBody>
      </p:sp>
      <p:sp>
        <p:nvSpPr>
          <p:cNvPr id="7" name="テキスト ボックス 6">
            <a:extLst>
              <a:ext uri="{FF2B5EF4-FFF2-40B4-BE49-F238E27FC236}">
                <a16:creationId xmlns:a16="http://schemas.microsoft.com/office/drawing/2014/main" id="{7419F121-1794-E1B6-8936-227C8543A418}"/>
              </a:ext>
            </a:extLst>
          </p:cNvPr>
          <p:cNvSpPr txBox="1"/>
          <p:nvPr/>
        </p:nvSpPr>
        <p:spPr>
          <a:xfrm>
            <a:off x="6999514" y="1652396"/>
            <a:ext cx="3396344" cy="707886"/>
          </a:xfrm>
          <a:prstGeom prst="rect">
            <a:avLst/>
          </a:prstGeom>
          <a:noFill/>
        </p:spPr>
        <p:txBody>
          <a:bodyPr wrap="square" rtlCol="0">
            <a:spAutoFit/>
          </a:bodyPr>
          <a:lstStyle/>
          <a:p>
            <a:r>
              <a:rPr kumimoji="1" lang="ja-JP" altLang="en-US" sz="4000" dirty="0"/>
              <a:t>　メモ画面</a:t>
            </a:r>
          </a:p>
        </p:txBody>
      </p:sp>
      <p:sp>
        <p:nvSpPr>
          <p:cNvPr id="10" name="四角形: 角を丸くする 9">
            <a:extLst>
              <a:ext uri="{FF2B5EF4-FFF2-40B4-BE49-F238E27FC236}">
                <a16:creationId xmlns:a16="http://schemas.microsoft.com/office/drawing/2014/main" id="{E5B43F95-8C23-CCEB-1C6E-D51C494B0D66}"/>
              </a:ext>
            </a:extLst>
          </p:cNvPr>
          <p:cNvSpPr/>
          <p:nvPr/>
        </p:nvSpPr>
        <p:spPr>
          <a:xfrm>
            <a:off x="7119256" y="1535592"/>
            <a:ext cx="3156859" cy="870857"/>
          </a:xfrm>
          <a:prstGeom prst="round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sp>
        <p:nvSpPr>
          <p:cNvPr id="11" name="四角形: 角を丸くする 10">
            <a:extLst>
              <a:ext uri="{FF2B5EF4-FFF2-40B4-BE49-F238E27FC236}">
                <a16:creationId xmlns:a16="http://schemas.microsoft.com/office/drawing/2014/main" id="{78C5538D-2BC2-36AC-CD04-9303AADB9C86}"/>
              </a:ext>
            </a:extLst>
          </p:cNvPr>
          <p:cNvSpPr/>
          <p:nvPr/>
        </p:nvSpPr>
        <p:spPr>
          <a:xfrm>
            <a:off x="1649184" y="1570910"/>
            <a:ext cx="2862945" cy="870857"/>
          </a:xfrm>
          <a:prstGeom prst="roundRect">
            <a:avLst/>
          </a:prstGeom>
          <a:noFill/>
          <a:ln w="38100"/>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ja-JP" altLang="en-US" dirty="0"/>
          </a:p>
        </p:txBody>
      </p:sp>
      <p:sp>
        <p:nvSpPr>
          <p:cNvPr id="12" name="テキスト ボックス 11">
            <a:extLst>
              <a:ext uri="{FF2B5EF4-FFF2-40B4-BE49-F238E27FC236}">
                <a16:creationId xmlns:a16="http://schemas.microsoft.com/office/drawing/2014/main" id="{F4FC7763-2B0A-0DF5-14D5-4DD9A9118A7C}"/>
              </a:ext>
            </a:extLst>
          </p:cNvPr>
          <p:cNvSpPr txBox="1"/>
          <p:nvPr/>
        </p:nvSpPr>
        <p:spPr>
          <a:xfrm>
            <a:off x="1567544" y="2767280"/>
            <a:ext cx="3331028" cy="2862322"/>
          </a:xfrm>
          <a:prstGeom prst="rect">
            <a:avLst/>
          </a:prstGeom>
          <a:noFill/>
        </p:spPr>
        <p:txBody>
          <a:bodyPr wrap="square" rtlCol="0">
            <a:spAutoFit/>
          </a:bodyPr>
          <a:lstStyle/>
          <a:p>
            <a:r>
              <a:rPr kumimoji="1" lang="ja-JP" altLang="en-US" sz="2000" dirty="0"/>
              <a:t>・保存したメモを表示する</a:t>
            </a:r>
            <a:endParaRPr kumimoji="1" lang="en-US" altLang="ja-JP" sz="2000" dirty="0"/>
          </a:p>
          <a:p>
            <a:r>
              <a:rPr kumimoji="1" lang="ja-JP" altLang="en-US" sz="2000" dirty="0"/>
              <a:t>・何も保存してない場合は　　</a:t>
            </a:r>
            <a:endParaRPr kumimoji="1" lang="en-US" altLang="ja-JP" sz="2000" dirty="0"/>
          </a:p>
          <a:p>
            <a:r>
              <a:rPr kumimoji="1" lang="ja-JP" altLang="en-US" sz="2000" dirty="0"/>
              <a:t>　保存されているメモは　　　</a:t>
            </a:r>
            <a:endParaRPr kumimoji="1" lang="en-US" altLang="ja-JP" sz="2000" dirty="0"/>
          </a:p>
          <a:p>
            <a:r>
              <a:rPr lang="ja-JP" altLang="en-US" sz="2000" dirty="0"/>
              <a:t>　</a:t>
            </a:r>
            <a:r>
              <a:rPr kumimoji="1" lang="ja-JP" altLang="en-US" sz="2000" dirty="0"/>
              <a:t>ありませんと</a:t>
            </a:r>
            <a:r>
              <a:rPr lang="ja-JP" altLang="en-US" sz="2000" dirty="0"/>
              <a:t>表示される</a:t>
            </a:r>
            <a:endParaRPr lang="en-US" altLang="ja-JP" sz="2000" dirty="0"/>
          </a:p>
          <a:p>
            <a:r>
              <a:rPr kumimoji="1" lang="ja-JP" altLang="en-US" sz="2000" dirty="0"/>
              <a:t>・ロードしても保存した　　</a:t>
            </a:r>
            <a:endParaRPr kumimoji="1" lang="en-US" altLang="ja-JP" sz="2000" dirty="0"/>
          </a:p>
          <a:p>
            <a:r>
              <a:rPr lang="ja-JP" altLang="en-US" sz="2000" dirty="0"/>
              <a:t>　</a:t>
            </a:r>
            <a:r>
              <a:rPr kumimoji="1" lang="ja-JP" altLang="en-US" sz="2000" dirty="0"/>
              <a:t>メモが表示される</a:t>
            </a:r>
            <a:endParaRPr kumimoji="1" lang="en-US" altLang="ja-JP" sz="2000" dirty="0"/>
          </a:p>
          <a:p>
            <a:r>
              <a:rPr lang="ja-JP" altLang="en-US" sz="2000" dirty="0"/>
              <a:t>・右下の＋ボタンを押し</a:t>
            </a:r>
            <a:endParaRPr lang="en-US" altLang="ja-JP" sz="2000" dirty="0"/>
          </a:p>
          <a:p>
            <a:r>
              <a:rPr lang="ja-JP" altLang="en-US" sz="2000" dirty="0"/>
              <a:t>　たらメモ画面に遷移する</a:t>
            </a:r>
            <a:endParaRPr lang="en-US" altLang="ja-JP" sz="2000" dirty="0"/>
          </a:p>
          <a:p>
            <a:endParaRPr kumimoji="1" lang="ja-JP" altLang="en-US" sz="2000" dirty="0"/>
          </a:p>
        </p:txBody>
      </p:sp>
      <p:sp>
        <p:nvSpPr>
          <p:cNvPr id="13" name="テキスト ボックス 12">
            <a:extLst>
              <a:ext uri="{FF2B5EF4-FFF2-40B4-BE49-F238E27FC236}">
                <a16:creationId xmlns:a16="http://schemas.microsoft.com/office/drawing/2014/main" id="{33D25612-DAFC-A913-5720-8F199BD5941D}"/>
              </a:ext>
            </a:extLst>
          </p:cNvPr>
          <p:cNvSpPr txBox="1"/>
          <p:nvPr/>
        </p:nvSpPr>
        <p:spPr>
          <a:xfrm>
            <a:off x="7293429" y="2523253"/>
            <a:ext cx="2786743" cy="1477328"/>
          </a:xfrm>
          <a:prstGeom prst="rect">
            <a:avLst/>
          </a:prstGeom>
          <a:noFill/>
        </p:spPr>
        <p:txBody>
          <a:bodyPr wrap="square" rtlCol="0">
            <a:spAutoFit/>
          </a:bodyPr>
          <a:lstStyle/>
          <a:p>
            <a:r>
              <a:rPr lang="ja-JP" altLang="en-US" dirty="0"/>
              <a:t>・メモの追加、編集、</a:t>
            </a:r>
            <a:endParaRPr lang="en-US" altLang="ja-JP" dirty="0"/>
          </a:p>
          <a:p>
            <a:r>
              <a:rPr lang="ja-JP" altLang="en-US" dirty="0"/>
              <a:t>　削除などが可能</a:t>
            </a:r>
            <a:endParaRPr lang="en-US" altLang="ja-JP" dirty="0"/>
          </a:p>
          <a:p>
            <a:r>
              <a:rPr kumimoji="1" lang="ja-JP" altLang="en-US" dirty="0"/>
              <a:t>・メモ入力後保存ボタン　　　　　</a:t>
            </a:r>
            <a:endParaRPr kumimoji="1" lang="en-US" altLang="ja-JP" dirty="0"/>
          </a:p>
          <a:p>
            <a:r>
              <a:rPr lang="ja-JP" altLang="en-US" dirty="0"/>
              <a:t>　</a:t>
            </a:r>
            <a:r>
              <a:rPr kumimoji="1" lang="ja-JP" altLang="en-US" dirty="0"/>
              <a:t>を押せばホーム画面に</a:t>
            </a:r>
            <a:endParaRPr kumimoji="1" lang="en-US" altLang="ja-JP" dirty="0"/>
          </a:p>
          <a:p>
            <a:r>
              <a:rPr lang="ja-JP" altLang="en-US" dirty="0"/>
              <a:t>　</a:t>
            </a:r>
            <a:r>
              <a:rPr kumimoji="1" lang="ja-JP" altLang="en-US" dirty="0"/>
              <a:t>遷移する</a:t>
            </a:r>
          </a:p>
        </p:txBody>
      </p:sp>
      <p:sp>
        <p:nvSpPr>
          <p:cNvPr id="15" name="テキスト ボックス 14">
            <a:extLst>
              <a:ext uri="{FF2B5EF4-FFF2-40B4-BE49-F238E27FC236}">
                <a16:creationId xmlns:a16="http://schemas.microsoft.com/office/drawing/2014/main" id="{57D3335D-F86F-980A-0724-D66DC3833B5E}"/>
              </a:ext>
            </a:extLst>
          </p:cNvPr>
          <p:cNvSpPr txBox="1"/>
          <p:nvPr/>
        </p:nvSpPr>
        <p:spPr>
          <a:xfrm>
            <a:off x="283029" y="233671"/>
            <a:ext cx="3973285" cy="923330"/>
          </a:xfrm>
          <a:prstGeom prst="rect">
            <a:avLst/>
          </a:prstGeom>
          <a:noFill/>
        </p:spPr>
        <p:txBody>
          <a:bodyPr wrap="square" rtlCol="0">
            <a:spAutoFit/>
          </a:bodyPr>
          <a:lstStyle/>
          <a:p>
            <a:r>
              <a:rPr kumimoji="1" lang="ja-JP" altLang="en-US" sz="5400" b="1" dirty="0"/>
              <a:t>遷移図</a:t>
            </a:r>
          </a:p>
        </p:txBody>
      </p:sp>
      <p:cxnSp>
        <p:nvCxnSpPr>
          <p:cNvPr id="3" name="直線矢印コネクタ 2">
            <a:extLst>
              <a:ext uri="{FF2B5EF4-FFF2-40B4-BE49-F238E27FC236}">
                <a16:creationId xmlns:a16="http://schemas.microsoft.com/office/drawing/2014/main" id="{AA5CA511-43EB-7CA4-EBD0-6B75AB5DA08A}"/>
              </a:ext>
            </a:extLst>
          </p:cNvPr>
          <p:cNvCxnSpPr/>
          <p:nvPr/>
        </p:nvCxnSpPr>
        <p:spPr>
          <a:xfrm>
            <a:off x="4898572" y="1967696"/>
            <a:ext cx="2011514" cy="0"/>
          </a:xfrm>
          <a:prstGeom prst="straightConnector1">
            <a:avLst/>
          </a:prstGeom>
          <a:ln w="762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3225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AA976EC-9868-9831-4718-A74696FB4513}"/>
              </a:ext>
            </a:extLst>
          </p:cNvPr>
          <p:cNvSpPr>
            <a:spLocks noGrp="1"/>
          </p:cNvSpPr>
          <p:nvPr>
            <p:ph type="title"/>
          </p:nvPr>
        </p:nvSpPr>
        <p:spPr>
          <a:xfrm>
            <a:off x="4342436" y="2103120"/>
            <a:ext cx="10058400" cy="1371600"/>
          </a:xfrm>
        </p:spPr>
        <p:txBody>
          <a:bodyPr/>
          <a:lstStyle/>
          <a:p>
            <a:r>
              <a:rPr kumimoji="1" lang="ja-JP" altLang="en-US" dirty="0"/>
              <a:t>実機説明</a:t>
            </a:r>
          </a:p>
        </p:txBody>
      </p:sp>
      <p:sp>
        <p:nvSpPr>
          <p:cNvPr id="3" name="コンテンツ プレースホルダー 2">
            <a:extLst>
              <a:ext uri="{FF2B5EF4-FFF2-40B4-BE49-F238E27FC236}">
                <a16:creationId xmlns:a16="http://schemas.microsoft.com/office/drawing/2014/main" id="{33D3D612-4D23-FC9B-0766-AF1C930C047D}"/>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5897712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4A9633-D944-2526-6D2F-4C9FE55CFA92}"/>
              </a:ext>
            </a:extLst>
          </p:cNvPr>
          <p:cNvSpPr>
            <a:spLocks noGrp="1"/>
          </p:cNvSpPr>
          <p:nvPr>
            <p:ph type="title"/>
          </p:nvPr>
        </p:nvSpPr>
        <p:spPr/>
        <p:txBody>
          <a:bodyPr/>
          <a:lstStyle/>
          <a:p>
            <a:r>
              <a:rPr kumimoji="1" lang="ja-JP" altLang="en-US" dirty="0"/>
              <a:t>今後搭載したい機能</a:t>
            </a:r>
          </a:p>
        </p:txBody>
      </p:sp>
      <p:sp>
        <p:nvSpPr>
          <p:cNvPr id="3" name="コンテンツ プレースホルダー 2">
            <a:extLst>
              <a:ext uri="{FF2B5EF4-FFF2-40B4-BE49-F238E27FC236}">
                <a16:creationId xmlns:a16="http://schemas.microsoft.com/office/drawing/2014/main" id="{13E4E330-4DB1-3A4E-3B0B-7B06128643F5}"/>
              </a:ext>
            </a:extLst>
          </p:cNvPr>
          <p:cNvSpPr>
            <a:spLocks noGrp="1"/>
          </p:cNvSpPr>
          <p:nvPr>
            <p:ph idx="1"/>
          </p:nvPr>
        </p:nvSpPr>
        <p:spPr/>
        <p:txBody>
          <a:bodyPr/>
          <a:lstStyle/>
          <a:p>
            <a:r>
              <a:rPr kumimoji="1" lang="ja-JP" altLang="en-US" sz="2800" dirty="0"/>
              <a:t>アプリを落としてもメモが保存される機能</a:t>
            </a:r>
            <a:endParaRPr kumimoji="1" lang="en-US" altLang="ja-JP" sz="2800" dirty="0"/>
          </a:p>
          <a:p>
            <a:r>
              <a:rPr lang="ja-JP" altLang="en-US" sz="2800" dirty="0"/>
              <a:t>重要度が設定できる機能</a:t>
            </a:r>
            <a:endParaRPr lang="en-US" altLang="ja-JP" sz="2800" dirty="0"/>
          </a:p>
          <a:p>
            <a:r>
              <a:rPr lang="ja-JP" altLang="en-US" sz="2800" dirty="0"/>
              <a:t>レイアウトなどを変更できる機能</a:t>
            </a:r>
          </a:p>
          <a:p>
            <a:r>
              <a:rPr lang="en-US" altLang="ja-JP" sz="2800" dirty="0"/>
              <a:t>URL   https://qiita.com/shake12/items/5d5e84c323b4560e8e60</a:t>
            </a:r>
          </a:p>
          <a:p>
            <a:endParaRPr kumimoji="1" lang="ja-JP" altLang="en-US" dirty="0"/>
          </a:p>
        </p:txBody>
      </p:sp>
    </p:spTree>
    <p:extLst>
      <p:ext uri="{BB962C8B-B14F-4D97-AF65-F5344CB8AC3E}">
        <p14:creationId xmlns:p14="http://schemas.microsoft.com/office/powerpoint/2010/main" val="20044026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シャボン">
  <a:themeElements>
    <a:clrScheme name="シャボン">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シャボン">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シャボン">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TM03457510[[fn=シャボン]]</Template>
  <TotalTime>333</TotalTime>
  <Words>197</Words>
  <Application>Microsoft Office PowerPoint</Application>
  <PresentationFormat>ワイド画面</PresentationFormat>
  <Paragraphs>30</Paragraphs>
  <Slides>6</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6</vt:i4>
      </vt:variant>
    </vt:vector>
  </HeadingPairs>
  <TitlesOfParts>
    <vt:vector size="10" baseType="lpstr">
      <vt:lpstr>游ゴシック</vt:lpstr>
      <vt:lpstr>Century Gothic</vt:lpstr>
      <vt:lpstr>Garamond</vt:lpstr>
      <vt:lpstr>シャボン</vt:lpstr>
      <vt:lpstr>    モバイル  メモ帳</vt:lpstr>
      <vt:lpstr>このアプリを作ろうと思った理由</vt:lpstr>
      <vt:lpstr>アプリの概要</vt:lpstr>
      <vt:lpstr>PowerPoint プレゼンテーション</vt:lpstr>
      <vt:lpstr>実機説明</vt:lpstr>
      <vt:lpstr>今後搭載したい機能</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隼翔 本田</dc:creator>
  <cp:lastModifiedBy>隼翔 本田</cp:lastModifiedBy>
  <cp:revision>16</cp:revision>
  <dcterms:created xsi:type="dcterms:W3CDTF">2025-12-02T05:39:17Z</dcterms:created>
  <dcterms:modified xsi:type="dcterms:W3CDTF">2026-05-13T03:33:48Z</dcterms:modified>
</cp:coreProperties>
</file>