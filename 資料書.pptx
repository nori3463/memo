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8"/>
  </p:notesMasterIdLst>
  <p:sldIdLst>
    <p:sldId id="256" r:id="rId2"/>
    <p:sldId id="259" r:id="rId3"/>
    <p:sldId id="257" r:id="rId4"/>
    <p:sldId id="258" r:id="rId5"/>
    <p:sldId id="260" r:id="rId6"/>
    <p:sldId id="261"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920" autoAdjust="0"/>
    <p:restoredTop sz="94660"/>
  </p:normalViewPr>
  <p:slideViewPr>
    <p:cSldViewPr snapToGrid="0">
      <p:cViewPr varScale="1">
        <p:scale>
          <a:sx n="55" d="100"/>
          <a:sy n="55" d="100"/>
        </p:scale>
        <p:origin x="1252"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FD0E49-C193-4C2B-8B4C-53762FE16E91}" type="datetimeFigureOut">
              <a:rPr kumimoji="1" lang="ja-JP" altLang="en-US" smtClean="0"/>
              <a:t>2026/5/13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50E447-F542-4B36-B7DD-E183A58D884C}" type="slidenum">
              <a:rPr kumimoji="1" lang="ja-JP" altLang="en-US" smtClean="0"/>
              <a:t>‹#›</a:t>
            </a:fld>
            <a:endParaRPr kumimoji="1" lang="ja-JP" altLang="en-US"/>
          </a:p>
        </p:txBody>
      </p:sp>
    </p:spTree>
    <p:extLst>
      <p:ext uri="{BB962C8B-B14F-4D97-AF65-F5344CB8AC3E}">
        <p14:creationId xmlns:p14="http://schemas.microsoft.com/office/powerpoint/2010/main" val="4790213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7250E447-F542-4B36-B7DD-E183A58D884C}" type="slidenum">
              <a:rPr kumimoji="1" lang="ja-JP" altLang="en-US" smtClean="0"/>
              <a:t>1</a:t>
            </a:fld>
            <a:endParaRPr kumimoji="1" lang="ja-JP" altLang="en-US"/>
          </a:p>
        </p:txBody>
      </p:sp>
    </p:spTree>
    <p:extLst>
      <p:ext uri="{BB962C8B-B14F-4D97-AF65-F5344CB8AC3E}">
        <p14:creationId xmlns:p14="http://schemas.microsoft.com/office/powerpoint/2010/main" val="40087057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bg>
      <p:bgRef idx="1002">
        <a:schemeClr val="bg2"/>
      </p:bgRef>
    </p:bg>
    <p:spTree>
      <p:nvGrpSpPr>
        <p:cNvPr id="1" name=""/>
        <p:cNvGrpSpPr/>
        <p:nvPr/>
      </p:nvGrpSpPr>
      <p:grpSpPr>
        <a:xfrm>
          <a:off x="0" y="0"/>
          <a:ext cx="0" cy="0"/>
          <a:chOff x="0" y="0"/>
          <a:chExt cx="0" cy="0"/>
        </a:xfrm>
      </p:grpSpPr>
      <p:sp>
        <p:nvSpPr>
          <p:cNvPr id="16" name="Rectangle 15"/>
          <p:cNvSpPr/>
          <p:nvPr/>
        </p:nvSpPr>
        <p:spPr>
          <a:xfrm>
            <a:off x="0" y="0"/>
            <a:ext cx="12192000" cy="6858000"/>
          </a:xfrm>
          <a:prstGeom prst="rect">
            <a:avLst/>
          </a:prstGeom>
          <a:blipFill dpi="0" rotWithShape="1">
            <a:blip r:embed="rId2">
              <a:alphaModFix amt="45000"/>
              <a:duotone>
                <a:schemeClr val="accent1">
                  <a:shade val="45000"/>
                  <a:satMod val="135000"/>
                </a:schemeClr>
                <a:prstClr val="white"/>
              </a:duotone>
            </a:blip>
            <a:srcRect/>
            <a:tile tx="-44450" ty="38100" sx="85000" sy="85000" flip="none" algn="tl"/>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307870" y="1267730"/>
            <a:ext cx="9576262" cy="4307950"/>
          </a:xfrm>
          <a:prstGeom prst="rect">
            <a:avLst/>
          </a:prstGeom>
          <a:solidFill>
            <a:schemeClr val="bg1"/>
          </a:solidFill>
          <a:ln w="6350" cap="flat" cmpd="sng" algn="ctr">
            <a:noFill/>
            <a:prstDash val="solid"/>
          </a:ln>
          <a:effectLst>
            <a:outerShdw blurRad="50800" algn="ctr" rotWithShape="0">
              <a:prstClr val="black">
                <a:alpha val="66000"/>
              </a:prstClr>
            </a:outerShdw>
            <a:softEdge rad="0"/>
          </a:effectLst>
        </p:spPr>
      </p:sp>
      <p:sp>
        <p:nvSpPr>
          <p:cNvPr id="11" name="Rectangle 10"/>
          <p:cNvSpPr/>
          <p:nvPr/>
        </p:nvSpPr>
        <p:spPr>
          <a:xfrm>
            <a:off x="1447801"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15" name="Rectangle 14"/>
          <p:cNvSpPr/>
          <p:nvPr/>
        </p:nvSpPr>
        <p:spPr>
          <a:xfrm>
            <a:off x="5135880" y="1267730"/>
            <a:ext cx="1920240" cy="7315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4" name="Group 3"/>
          <p:cNvGrpSpPr/>
          <p:nvPr/>
        </p:nvGrpSpPr>
        <p:grpSpPr>
          <a:xfrm>
            <a:off x="5250180" y="1267730"/>
            <a:ext cx="1691640" cy="645295"/>
            <a:chOff x="5318306" y="1386268"/>
            <a:chExt cx="1567331" cy="645295"/>
          </a:xfrm>
        </p:grpSpPr>
        <p:cxnSp>
          <p:nvCxnSpPr>
            <p:cNvPr id="17" name="Straight Connector 16"/>
            <p:cNvCxnSpPr/>
            <p:nvPr/>
          </p:nvCxnSpPr>
          <p:spPr>
            <a:xfrm>
              <a:off x="5318306"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6885637"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5318306" y="2031563"/>
              <a:ext cx="1567331" cy="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ctrTitle"/>
          </p:nvPr>
        </p:nvSpPr>
        <p:spPr>
          <a:xfrm>
            <a:off x="1561708" y="2091263"/>
            <a:ext cx="9068586" cy="2590800"/>
          </a:xfrm>
        </p:spPr>
        <p:txBody>
          <a:bodyPr tIns="45720" bIns="45720" anchor="ctr">
            <a:noAutofit/>
          </a:bodyPr>
          <a:lstStyle>
            <a:lvl1pPr algn="ctr">
              <a:lnSpc>
                <a:spcPct val="83000"/>
              </a:lnSpc>
              <a:defRPr lang="en-US" sz="7200" b="0" kern="1200" cap="all" spc="-100" baseline="0" dirty="0">
                <a:solidFill>
                  <a:schemeClr val="tx1">
                    <a:lumMod val="85000"/>
                    <a:lumOff val="15000"/>
                  </a:schemeClr>
                </a:solidFill>
                <a:effectLst/>
                <a:latin typeface="+mj-lt"/>
                <a:ea typeface="+mn-ea"/>
                <a:cs typeface="+mn-cs"/>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1562100" y="4682062"/>
            <a:ext cx="9070848" cy="457201"/>
          </a:xfrm>
        </p:spPr>
        <p:txBody>
          <a:bodyPr>
            <a:normAutofit/>
          </a:bodyPr>
          <a:lstStyle>
            <a:lvl1pPr marL="0" indent="0" algn="ctr">
              <a:spcBef>
                <a:spcPts val="0"/>
              </a:spcBef>
              <a:buNone/>
              <a:defRPr sz="1600" spc="80" baseline="0">
                <a:solidFill>
                  <a:schemeClr val="tx1"/>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20" name="Date Placeholder 19"/>
          <p:cNvSpPr>
            <a:spLocks noGrp="1"/>
          </p:cNvSpPr>
          <p:nvPr>
            <p:ph type="dt" sz="half" idx="10"/>
          </p:nvPr>
        </p:nvSpPr>
        <p:spPr>
          <a:xfrm>
            <a:off x="5318760" y="1341255"/>
            <a:ext cx="1554480" cy="527213"/>
          </a:xfrm>
        </p:spPr>
        <p:txBody>
          <a:bodyPr/>
          <a:lstStyle>
            <a:lvl1pPr algn="ctr">
              <a:defRPr sz="1300" spc="0" baseline="0">
                <a:solidFill>
                  <a:schemeClr val="tx1"/>
                </a:solidFill>
                <a:latin typeface="+mn-lt"/>
              </a:defRPr>
            </a:lvl1pPr>
          </a:lstStyle>
          <a:p>
            <a:fld id="{28E435B7-E62C-44EE-A4AD-7C3BB417768E}" type="datetimeFigureOut">
              <a:rPr kumimoji="1" lang="ja-JP" altLang="en-US" smtClean="0"/>
              <a:t>2026/5/13</a:t>
            </a:fld>
            <a:endParaRPr kumimoji="1" lang="ja-JP" altLang="en-US"/>
          </a:p>
        </p:txBody>
      </p:sp>
      <p:sp>
        <p:nvSpPr>
          <p:cNvPr id="21" name="Footer Placeholder 20"/>
          <p:cNvSpPr>
            <a:spLocks noGrp="1"/>
          </p:cNvSpPr>
          <p:nvPr>
            <p:ph type="ftr" sz="quarter" idx="11"/>
          </p:nvPr>
        </p:nvSpPr>
        <p:spPr>
          <a:xfrm>
            <a:off x="1453896" y="5211060"/>
            <a:ext cx="5905500" cy="228600"/>
          </a:xfrm>
        </p:spPr>
        <p:txBody>
          <a:bodyPr/>
          <a:lstStyle>
            <a:lvl1pPr algn="l">
              <a:defRPr>
                <a:solidFill>
                  <a:schemeClr val="tx1">
                    <a:lumMod val="75000"/>
                    <a:lumOff val="25000"/>
                  </a:schemeClr>
                </a:solidFill>
              </a:defRPr>
            </a:lvl1pPr>
          </a:lstStyle>
          <a:p>
            <a:endParaRPr kumimoji="1" lang="ja-JP" altLang="en-US"/>
          </a:p>
        </p:txBody>
      </p:sp>
      <p:sp>
        <p:nvSpPr>
          <p:cNvPr id="22" name="Slide Number Placeholder 21"/>
          <p:cNvSpPr>
            <a:spLocks noGrp="1"/>
          </p:cNvSpPr>
          <p:nvPr>
            <p:ph type="sldNum" sz="quarter" idx="12"/>
          </p:nvPr>
        </p:nvSpPr>
        <p:spPr>
          <a:xfrm>
            <a:off x="8606919" y="5212080"/>
            <a:ext cx="2111881" cy="228600"/>
          </a:xfrm>
        </p:spPr>
        <p:txBody>
          <a:bodyPr/>
          <a:lstStyle>
            <a:lvl1pPr>
              <a:defRPr>
                <a:solidFill>
                  <a:schemeClr val="tx1">
                    <a:lumMod val="75000"/>
                    <a:lumOff val="25000"/>
                  </a:schemeClr>
                </a:solidFill>
              </a:defRPr>
            </a:lvl1p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03829684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8E435B7-E62C-44EE-A4AD-7C3BB417768E}" type="datetimeFigureOut">
              <a:rPr kumimoji="1" lang="ja-JP" altLang="en-US" smtClean="0"/>
              <a:t>2026/5/13</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782075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セクション見出し">
    <p:bg>
      <p:bgRef idx="1002">
        <a:schemeClr val="bg2"/>
      </p:bgRef>
    </p:bg>
    <p:spTree>
      <p:nvGrpSpPr>
        <p:cNvPr id="1" name=""/>
        <p:cNvGrpSpPr/>
        <p:nvPr/>
      </p:nvGrpSpPr>
      <p:grpSpPr>
        <a:xfrm>
          <a:off x="0" y="0"/>
          <a:ext cx="0" cy="0"/>
          <a:chOff x="0" y="0"/>
          <a:chExt cx="0" cy="0"/>
        </a:xfrm>
      </p:grpSpPr>
      <p:sp>
        <p:nvSpPr>
          <p:cNvPr id="22" name="Rectangle 21"/>
          <p:cNvSpPr/>
          <p:nvPr/>
        </p:nvSpPr>
        <p:spPr>
          <a:xfrm>
            <a:off x="0" y="0"/>
            <a:ext cx="12192000" cy="6858000"/>
          </a:xfrm>
          <a:prstGeom prst="rect">
            <a:avLst/>
          </a:prstGeom>
          <a:blipFill dpi="0" rotWithShape="1">
            <a:blip r:embed="rId2">
              <a:alphaModFix amt="45000"/>
              <a:duotone>
                <a:schemeClr val="accent2">
                  <a:shade val="45000"/>
                  <a:satMod val="135000"/>
                </a:schemeClr>
                <a:prstClr val="white"/>
              </a:duotone>
            </a:blip>
            <a:srcRect/>
            <a:tile tx="-44450" ty="38100" sx="85000" sy="85000" flip="none" algn="tl"/>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3" name="Rectangle 22"/>
          <p:cNvSpPr/>
          <p:nvPr/>
        </p:nvSpPr>
        <p:spPr>
          <a:xfrm>
            <a:off x="1307870" y="1267730"/>
            <a:ext cx="9576262" cy="4307950"/>
          </a:xfrm>
          <a:prstGeom prst="rect">
            <a:avLst/>
          </a:prstGeom>
          <a:solidFill>
            <a:schemeClr val="bg1"/>
          </a:solidFill>
          <a:ln w="6350" cap="flat" cmpd="sng" algn="ctr">
            <a:noFill/>
            <a:prstDash val="solid"/>
          </a:ln>
          <a:effectLst>
            <a:outerShdw blurRad="50800" algn="ctr" rotWithShape="0">
              <a:prstClr val="black">
                <a:alpha val="66000"/>
              </a:prstClr>
            </a:outerShdw>
            <a:softEdge rad="0"/>
          </a:effectLst>
        </p:spPr>
      </p:sp>
      <p:sp>
        <p:nvSpPr>
          <p:cNvPr id="24" name="Rectangle 23"/>
          <p:cNvSpPr/>
          <p:nvPr/>
        </p:nvSpPr>
        <p:spPr>
          <a:xfrm>
            <a:off x="1447800"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30" name="Rectangle 29"/>
          <p:cNvSpPr/>
          <p:nvPr/>
        </p:nvSpPr>
        <p:spPr>
          <a:xfrm>
            <a:off x="5135880" y="1267730"/>
            <a:ext cx="1920240" cy="7315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31" name="Group 30"/>
          <p:cNvGrpSpPr/>
          <p:nvPr/>
        </p:nvGrpSpPr>
        <p:grpSpPr>
          <a:xfrm>
            <a:off x="5250180" y="1267730"/>
            <a:ext cx="1691640" cy="645295"/>
            <a:chOff x="5318306" y="1386268"/>
            <a:chExt cx="1567331" cy="645295"/>
          </a:xfrm>
        </p:grpSpPr>
        <p:cxnSp>
          <p:nvCxnSpPr>
            <p:cNvPr id="32" name="Straight Connector 31"/>
            <p:cNvCxnSpPr/>
            <p:nvPr/>
          </p:nvCxnSpPr>
          <p:spPr>
            <a:xfrm>
              <a:off x="5318306"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6885637"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a:off x="5318306" y="2031563"/>
              <a:ext cx="1567331" cy="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title"/>
          </p:nvPr>
        </p:nvSpPr>
        <p:spPr>
          <a:xfrm>
            <a:off x="1563623" y="2094309"/>
            <a:ext cx="9070848" cy="2587752"/>
          </a:xfrm>
        </p:spPr>
        <p:txBody>
          <a:bodyPr anchor="ctr">
            <a:noAutofit/>
          </a:bodyPr>
          <a:lstStyle>
            <a:lvl1pPr algn="ctr">
              <a:lnSpc>
                <a:spcPct val="83000"/>
              </a:lnSpc>
              <a:defRPr lang="en-US" sz="7200" kern="1200" cap="all" spc="-100" baseline="0" dirty="0">
                <a:solidFill>
                  <a:schemeClr val="tx1">
                    <a:lumMod val="85000"/>
                    <a:lumOff val="15000"/>
                  </a:schemeClr>
                </a:solidFill>
                <a:effectLst/>
                <a:latin typeface="+mj-lt"/>
                <a:ea typeface="+mn-ea"/>
                <a:cs typeface="+mn-cs"/>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563624" y="4682062"/>
            <a:ext cx="9070848" cy="457200"/>
          </a:xfrm>
        </p:spPr>
        <p:txBody>
          <a:bodyPr anchor="t">
            <a:normAutofit/>
          </a:bodyPr>
          <a:lstStyle>
            <a:lvl1pPr marL="0" indent="0" algn="ctr">
              <a:buNone/>
              <a:defRPr sz="1600">
                <a:solidFill>
                  <a:schemeClr val="tx1"/>
                </a:solidFill>
                <a:effectLst/>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a:xfrm>
            <a:off x="5321808" y="1344502"/>
            <a:ext cx="1554480" cy="530352"/>
          </a:xfrm>
        </p:spPr>
        <p:txBody>
          <a:bodyPr/>
          <a:lstStyle>
            <a:lvl1pPr algn="ctr">
              <a:defRPr lang="en-US" sz="1300" kern="1200" spc="0" baseline="0">
                <a:solidFill>
                  <a:schemeClr val="tx1"/>
                </a:solidFill>
                <a:latin typeface="+mn-lt"/>
                <a:ea typeface="+mn-ea"/>
                <a:cs typeface="+mn-cs"/>
              </a:defRPr>
            </a:lvl1pPr>
          </a:lstStyle>
          <a:p>
            <a:fld id="{28E435B7-E62C-44EE-A4AD-7C3BB417768E}" type="datetimeFigureOut">
              <a:rPr kumimoji="1" lang="ja-JP" altLang="en-US" smtClean="0"/>
              <a:t>2026/5/13</a:t>
            </a:fld>
            <a:endParaRPr kumimoji="1" lang="ja-JP" altLang="en-US"/>
          </a:p>
        </p:txBody>
      </p:sp>
      <p:sp>
        <p:nvSpPr>
          <p:cNvPr id="5" name="Footer Placeholder 4"/>
          <p:cNvSpPr>
            <a:spLocks noGrp="1"/>
          </p:cNvSpPr>
          <p:nvPr>
            <p:ph type="ftr" sz="quarter" idx="11"/>
          </p:nvPr>
        </p:nvSpPr>
        <p:spPr>
          <a:xfrm>
            <a:off x="1453553" y="5211060"/>
            <a:ext cx="5907024" cy="228600"/>
          </a:xfrm>
        </p:spPr>
        <p:txBody>
          <a:bodyPr/>
          <a:lstStyle>
            <a:lvl1pPr algn="l">
              <a:defRPr/>
            </a:lvl1pPr>
          </a:lstStyle>
          <a:p>
            <a:endParaRPr kumimoji="1" lang="ja-JP" altLang="en-US"/>
          </a:p>
        </p:txBody>
      </p:sp>
      <p:sp>
        <p:nvSpPr>
          <p:cNvPr id="6" name="Slide Number Placeholder 5"/>
          <p:cNvSpPr>
            <a:spLocks noGrp="1"/>
          </p:cNvSpPr>
          <p:nvPr>
            <p:ph type="sldNum" sz="quarter" idx="12"/>
          </p:nvPr>
        </p:nvSpPr>
        <p:spPr>
          <a:xfrm>
            <a:off x="8604504" y="5211060"/>
            <a:ext cx="2112264" cy="228600"/>
          </a:xfrm>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80203541"/>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066800" y="2103120"/>
            <a:ext cx="475488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370320" y="2103120"/>
            <a:ext cx="475488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28E435B7-E62C-44EE-A4AD-7C3BB417768E}" type="datetimeFigureOut">
              <a:rPr kumimoji="1" lang="ja-JP" altLang="en-US" smtClean="0"/>
              <a:t>2026/5/13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919313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069848" y="2074334"/>
            <a:ext cx="4754880" cy="640080"/>
          </a:xfrm>
        </p:spPr>
        <p:txBody>
          <a:bodyPr anchor="ctr">
            <a:normAutofit/>
          </a:bodyPr>
          <a:lstStyle>
            <a:lvl1pPr marL="0" indent="0" algn="ctr">
              <a:spcBef>
                <a:spcPts val="0"/>
              </a:spcBef>
              <a:buNone/>
              <a:defRPr sz="1900" b="0">
                <a:solidFill>
                  <a:schemeClr val="tx2"/>
                </a:solidFill>
                <a:latin typeface="+mn-lt"/>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1069848" y="2755898"/>
            <a:ext cx="4754880" cy="3200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373368" y="2074334"/>
            <a:ext cx="4754880" cy="640080"/>
          </a:xfrm>
        </p:spPr>
        <p:txBody>
          <a:bodyPr anchor="ctr">
            <a:normAutofit/>
          </a:bodyPr>
          <a:lstStyle>
            <a:lvl1pPr marL="0" indent="0" algn="ctr">
              <a:spcBef>
                <a:spcPts val="0"/>
              </a:spcBef>
              <a:buNone/>
              <a:defRPr sz="1900" b="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373368" y="2756581"/>
            <a:ext cx="4754880" cy="3200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8E435B7-E62C-44EE-A4AD-7C3BB417768E}" type="datetimeFigureOut">
              <a:rPr kumimoji="1" lang="ja-JP" altLang="en-US" smtClean="0"/>
              <a:t>2026/5/13</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7257301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28E435B7-E62C-44EE-A4AD-7C3BB417768E}" type="datetimeFigureOut">
              <a:rPr kumimoji="1" lang="ja-JP" altLang="en-US" smtClean="0"/>
              <a:t>2026/5/13</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13677025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8E435B7-E62C-44EE-A4AD-7C3BB417768E}" type="datetimeFigureOut">
              <a:rPr kumimoji="1" lang="ja-JP" altLang="en-US" smtClean="0"/>
              <a:t>2026/5/13</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3753607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タイトル付きのコンテンツ">
    <p:spTree>
      <p:nvGrpSpPr>
        <p:cNvPr id="1" name=""/>
        <p:cNvGrpSpPr/>
        <p:nvPr/>
      </p:nvGrpSpPr>
      <p:grpSpPr>
        <a:xfrm>
          <a:off x="0" y="0"/>
          <a:ext cx="0" cy="0"/>
          <a:chOff x="0" y="0"/>
          <a:chExt cx="0" cy="0"/>
        </a:xfrm>
      </p:grpSpPr>
      <p:sp>
        <p:nvSpPr>
          <p:cNvPr id="16" name="Rectangle 15"/>
          <p:cNvSpPr/>
          <p:nvPr/>
        </p:nvSpPr>
        <p:spPr>
          <a:xfrm>
            <a:off x="245529" y="237744"/>
            <a:ext cx="8531352" cy="638251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9020386" y="237744"/>
            <a:ext cx="2926080" cy="638251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296400" y="607392"/>
            <a:ext cx="2430780" cy="1645920"/>
          </a:xfrm>
        </p:spPr>
        <p:txBody>
          <a:bodyPr anchor="b">
            <a:normAutofit/>
          </a:bodyPr>
          <a:lstStyle>
            <a:lvl1pPr algn="l" defTabSz="914400" rtl="0" eaLnBrk="1" latinLnBrk="0" hangingPunct="1">
              <a:lnSpc>
                <a:spcPct val="90000"/>
              </a:lnSpc>
              <a:spcBef>
                <a:spcPct val="0"/>
              </a:spcBef>
              <a:buNone/>
              <a:defRPr lang="en-US" sz="2800" b="0" kern="1200" cap="none" spc="0" baseline="0" dirty="0">
                <a:solidFill>
                  <a:srgbClr val="FFFFFF"/>
                </a:solidFill>
                <a:effectLst/>
                <a:latin typeface="+mj-lt"/>
                <a:ea typeface="+mn-ea"/>
                <a:cs typeface="+mn-cs"/>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685800" y="609600"/>
            <a:ext cx="7772400" cy="53340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9296400" y="2286000"/>
            <a:ext cx="2430780" cy="3505200"/>
          </a:xfrm>
        </p:spPr>
        <p:txBody>
          <a:bodyPr>
            <a:normAutofit/>
          </a:bodyPr>
          <a:lstStyle>
            <a:lvl1pPr marL="0" indent="0">
              <a:lnSpc>
                <a:spcPct val="110000"/>
              </a:lnSpc>
              <a:spcBef>
                <a:spcPts val="800"/>
              </a:spcBef>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8" name="Date Placeholder 7"/>
          <p:cNvSpPr>
            <a:spLocks noGrp="1"/>
          </p:cNvSpPr>
          <p:nvPr>
            <p:ph type="dt" sz="half" idx="10"/>
          </p:nvPr>
        </p:nvSpPr>
        <p:spPr/>
        <p:txBody>
          <a:bodyPr/>
          <a:lstStyle/>
          <a:p>
            <a:fld id="{28E435B7-E62C-44EE-A4AD-7C3BB417768E}" type="datetimeFigureOut">
              <a:rPr kumimoji="1" lang="ja-JP" altLang="en-US" smtClean="0"/>
              <a:t>2026/5/13</a:t>
            </a:fld>
            <a:endParaRPr kumimoji="1" lang="ja-JP" altLang="en-US"/>
          </a:p>
        </p:txBody>
      </p:sp>
      <p:sp>
        <p:nvSpPr>
          <p:cNvPr id="9" name="Footer Placeholder 8"/>
          <p:cNvSpPr>
            <a:spLocks noGrp="1"/>
          </p:cNvSpPr>
          <p:nvPr>
            <p:ph type="ftr" sz="quarter" idx="11"/>
          </p:nvPr>
        </p:nvSpPr>
        <p:spPr/>
        <p:txBody>
          <a:bodyPr/>
          <a:lstStyle>
            <a:lvl1pPr algn="r">
              <a:defRPr/>
            </a:lvl1pPr>
          </a:lstStyle>
          <a:p>
            <a:endParaRPr kumimoji="1" lang="ja-JP" altLang="en-US"/>
          </a:p>
        </p:txBody>
      </p:sp>
      <p:sp>
        <p:nvSpPr>
          <p:cNvPr id="11" name="Slide Number Placeholder 10"/>
          <p:cNvSpPr>
            <a:spLocks noGrp="1"/>
          </p:cNvSpPr>
          <p:nvPr>
            <p:ph type="sldNum" sz="quarter" idx="12"/>
          </p:nvPr>
        </p:nvSpPr>
        <p:spPr>
          <a:xfrm>
            <a:off x="10393677" y="6223002"/>
            <a:ext cx="1463040" cy="274320"/>
          </a:xfrm>
        </p:spPr>
        <p:txBody>
          <a:bodyPr/>
          <a:lstStyle>
            <a:lvl1pPr>
              <a:defRPr>
                <a:solidFill>
                  <a:srgbClr val="FFFFFF"/>
                </a:solidFill>
              </a:defRPr>
            </a:lvl1pPr>
          </a:lstStyle>
          <a:p>
            <a:fld id="{B0F99BE0-6B75-4FA9-BBD0-8F496F8B693F}" type="slidenum">
              <a:rPr kumimoji="1" lang="ja-JP" altLang="en-US" smtClean="0"/>
              <a:t>‹#›</a:t>
            </a:fld>
            <a:endParaRPr kumimoji="1" lang="ja-JP" altLang="en-US"/>
          </a:p>
        </p:txBody>
      </p:sp>
      <p:sp>
        <p:nvSpPr>
          <p:cNvPr id="12" name="Rectangle 11"/>
          <p:cNvSpPr/>
          <p:nvPr/>
        </p:nvSpPr>
        <p:spPr>
          <a:xfrm>
            <a:off x="9157546" y="374904"/>
            <a:ext cx="2651760" cy="6108192"/>
          </a:xfrm>
          <a:prstGeom prst="rect">
            <a:avLst/>
          </a:prstGeom>
          <a:noFill/>
          <a:ln w="63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356153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タイトル付きの図">
    <p:spTree>
      <p:nvGrpSpPr>
        <p:cNvPr id="1" name=""/>
        <p:cNvGrpSpPr/>
        <p:nvPr/>
      </p:nvGrpSpPr>
      <p:grpSpPr>
        <a:xfrm>
          <a:off x="0" y="0"/>
          <a:ext cx="0" cy="0"/>
          <a:chOff x="0" y="0"/>
          <a:chExt cx="0" cy="0"/>
        </a:xfrm>
      </p:grpSpPr>
      <p:sp>
        <p:nvSpPr>
          <p:cNvPr id="14" name="Rectangle 13"/>
          <p:cNvSpPr/>
          <p:nvPr/>
        </p:nvSpPr>
        <p:spPr>
          <a:xfrm>
            <a:off x="9020386" y="237744"/>
            <a:ext cx="2926080" cy="638251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296400" y="603504"/>
            <a:ext cx="2432304" cy="1645920"/>
          </a:xfrm>
        </p:spPr>
        <p:txBody>
          <a:bodyPr anchor="b">
            <a:noAutofit/>
          </a:bodyPr>
          <a:lstStyle>
            <a:lvl1pPr algn="l">
              <a:defRPr sz="2800" b="0">
                <a:solidFill>
                  <a:srgbClr val="FFFFFF"/>
                </a:solidFill>
                <a:latin typeface="+mj-lt"/>
              </a:defRPr>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28599" y="237744"/>
            <a:ext cx="8531352" cy="6382512"/>
          </a:xfrm>
          <a:solidFill>
            <a:schemeClr val="accent1">
              <a:lumMod val="60000"/>
              <a:lumOff val="40000"/>
            </a:schemeClr>
          </a:solidFill>
          <a:ln>
            <a:noFill/>
          </a:ln>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9296400" y="2286000"/>
            <a:ext cx="2432304" cy="3502152"/>
          </a:xfrm>
        </p:spPr>
        <p:txBody>
          <a:bodyPr>
            <a:normAutofit/>
          </a:bodyPr>
          <a:lstStyle>
            <a:lvl1pPr marL="0" indent="0" algn="l">
              <a:lnSpc>
                <a:spcPct val="110000"/>
              </a:lnSpc>
              <a:spcBef>
                <a:spcPts val="800"/>
              </a:spcBef>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lvl1pPr>
              <a:defRPr>
                <a:solidFill>
                  <a:srgbClr val="FFFFFF"/>
                </a:solidFill>
                <a:effectLst>
                  <a:outerShdw blurRad="12700" dist="6350" dir="2700000" algn="tl" rotWithShape="0">
                    <a:prstClr val="black">
                      <a:alpha val="40000"/>
                    </a:prstClr>
                  </a:outerShdw>
                </a:effectLst>
              </a:defRPr>
            </a:lvl1pPr>
          </a:lstStyle>
          <a:p>
            <a:fld id="{28E435B7-E62C-44EE-A4AD-7C3BB417768E}" type="datetimeFigureOut">
              <a:rPr kumimoji="1" lang="ja-JP" altLang="en-US" smtClean="0"/>
              <a:t>2026/5/13</a:t>
            </a:fld>
            <a:endParaRPr kumimoji="1" lang="ja-JP" altLang="en-US"/>
          </a:p>
        </p:txBody>
      </p:sp>
      <p:sp>
        <p:nvSpPr>
          <p:cNvPr id="6" name="Footer Placeholder 5"/>
          <p:cNvSpPr>
            <a:spLocks noGrp="1"/>
          </p:cNvSpPr>
          <p:nvPr>
            <p:ph type="ftr" sz="quarter" idx="11"/>
          </p:nvPr>
        </p:nvSpPr>
        <p:spPr/>
        <p:txBody>
          <a:bodyPr/>
          <a:lstStyle>
            <a:lvl1pPr marL="0" algn="r" defTabSz="914400" rtl="0" eaLnBrk="1" latinLnBrk="0" hangingPunct="1">
              <a:defRPr lang="en-US" sz="1000" kern="1200" dirty="0">
                <a:solidFill>
                  <a:srgbClr val="FFFFFF"/>
                </a:solidFill>
                <a:effectLst>
                  <a:outerShdw blurRad="12700" dist="6350" dir="2700000" algn="tl" rotWithShape="0">
                    <a:prstClr val="black">
                      <a:alpha val="40000"/>
                    </a:prstClr>
                  </a:outerShdw>
                </a:effectLst>
                <a:latin typeface="+mn-lt"/>
                <a:ea typeface="+mn-ea"/>
                <a:cs typeface="+mn-cs"/>
              </a:defRPr>
            </a:lvl1pPr>
          </a:lstStyle>
          <a:p>
            <a:endParaRPr kumimoji="1" lang="ja-JP" altLang="en-US"/>
          </a:p>
        </p:txBody>
      </p:sp>
      <p:sp>
        <p:nvSpPr>
          <p:cNvPr id="7" name="Slide Number Placeholder 6"/>
          <p:cNvSpPr>
            <a:spLocks noGrp="1"/>
          </p:cNvSpPr>
          <p:nvPr>
            <p:ph type="sldNum" sz="quarter" idx="12"/>
          </p:nvPr>
        </p:nvSpPr>
        <p:spPr>
          <a:xfrm>
            <a:off x="10396728" y="6227064"/>
            <a:ext cx="1463040" cy="274320"/>
          </a:xfrm>
        </p:spPr>
        <p:txBody>
          <a:bodyPr/>
          <a:lstStyle>
            <a:lvl1pPr>
              <a:defRPr>
                <a:solidFill>
                  <a:srgbClr val="FFFFFF"/>
                </a:solidFill>
              </a:defRPr>
            </a:lvl1pPr>
          </a:lstStyle>
          <a:p>
            <a:fld id="{B0F99BE0-6B75-4FA9-BBD0-8F496F8B693F}" type="slidenum">
              <a:rPr kumimoji="1" lang="ja-JP" altLang="en-US" smtClean="0"/>
              <a:t>‹#›</a:t>
            </a:fld>
            <a:endParaRPr kumimoji="1" lang="ja-JP" altLang="en-US"/>
          </a:p>
        </p:txBody>
      </p:sp>
      <p:sp>
        <p:nvSpPr>
          <p:cNvPr id="10" name="Rectangle 9"/>
          <p:cNvSpPr/>
          <p:nvPr/>
        </p:nvSpPr>
        <p:spPr>
          <a:xfrm>
            <a:off x="9157546" y="374904"/>
            <a:ext cx="2651760" cy="6108192"/>
          </a:xfrm>
          <a:prstGeom prst="rect">
            <a:avLst/>
          </a:prstGeom>
          <a:noFill/>
          <a:ln w="63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5896218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8E435B7-E62C-44EE-A4AD-7C3BB417768E}" type="datetimeFigureOut">
              <a:rPr kumimoji="1" lang="ja-JP" altLang="en-US" smtClean="0"/>
              <a:t>2026/5/13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032671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1600" y="762000"/>
            <a:ext cx="2362200" cy="5257800"/>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762000"/>
            <a:ext cx="8077200" cy="52578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8E435B7-E62C-44EE-A4AD-7C3BB417768E}" type="datetimeFigureOut">
              <a:rPr kumimoji="1" lang="ja-JP" altLang="en-US" smtClean="0"/>
              <a:t>2026/5/13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16089660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234696" y="237744"/>
            <a:ext cx="11722608" cy="6382512"/>
          </a:xfrm>
          <a:prstGeom prst="rect">
            <a:avLst/>
          </a:prstGeom>
          <a:solidFill>
            <a:schemeClr val="bg2"/>
          </a:solidFill>
          <a:ln w="6350" cap="flat" cmpd="sng" algn="ctr">
            <a:noFill/>
            <a:prstDash val="solid"/>
          </a:ln>
          <a:effectLst>
            <a:softEdge rad="0"/>
          </a:effectLst>
        </p:spPr>
      </p:sp>
      <p:sp>
        <p:nvSpPr>
          <p:cNvPr id="2" name="Title Placeholder 1"/>
          <p:cNvSpPr>
            <a:spLocks noGrp="1"/>
          </p:cNvSpPr>
          <p:nvPr>
            <p:ph type="title"/>
          </p:nvPr>
        </p:nvSpPr>
        <p:spPr>
          <a:xfrm>
            <a:off x="1066800" y="642594"/>
            <a:ext cx="10058400" cy="1371600"/>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066800" y="2103120"/>
            <a:ext cx="10058400" cy="3931920"/>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274320" y="6307672"/>
            <a:ext cx="2743200" cy="274320"/>
          </a:xfrm>
          <a:prstGeom prst="rect">
            <a:avLst/>
          </a:prstGeom>
        </p:spPr>
        <p:txBody>
          <a:bodyPr vert="horz" lIns="91440" tIns="45720" rIns="91440" bIns="45720" rtlCol="0" anchor="b"/>
          <a:lstStyle>
            <a:lvl1pPr algn="l">
              <a:defRPr sz="1000">
                <a:solidFill>
                  <a:schemeClr val="tx1">
                    <a:lumMod val="75000"/>
                    <a:lumOff val="25000"/>
                  </a:schemeClr>
                </a:solidFill>
              </a:defRPr>
            </a:lvl1pPr>
          </a:lstStyle>
          <a:p>
            <a:fld id="{28E435B7-E62C-44EE-A4AD-7C3BB417768E}" type="datetimeFigureOut">
              <a:rPr kumimoji="1" lang="ja-JP" altLang="en-US" smtClean="0"/>
              <a:t>2026/5/13</a:t>
            </a:fld>
            <a:endParaRPr kumimoji="1" lang="ja-JP" altLang="en-US"/>
          </a:p>
        </p:txBody>
      </p:sp>
      <p:sp>
        <p:nvSpPr>
          <p:cNvPr id="5" name="Footer Placeholder 4"/>
          <p:cNvSpPr>
            <a:spLocks noGrp="1"/>
          </p:cNvSpPr>
          <p:nvPr>
            <p:ph type="ftr" sz="quarter" idx="3"/>
          </p:nvPr>
        </p:nvSpPr>
        <p:spPr>
          <a:xfrm>
            <a:off x="3489960" y="6307672"/>
            <a:ext cx="5212080" cy="274320"/>
          </a:xfrm>
          <a:prstGeom prst="rect">
            <a:avLst/>
          </a:prstGeom>
        </p:spPr>
        <p:txBody>
          <a:bodyPr vert="horz" lIns="91440" tIns="45720" rIns="91440" bIns="45720" rtlCol="0" anchor="b"/>
          <a:lstStyle>
            <a:lvl1pPr algn="ctr">
              <a:defRPr sz="1000">
                <a:solidFill>
                  <a:schemeClr val="tx1">
                    <a:lumMod val="75000"/>
                    <a:lumOff val="25000"/>
                  </a:schemeClr>
                </a:solidFill>
              </a:defRPr>
            </a:lvl1pPr>
          </a:lstStyle>
          <a:p>
            <a:endParaRPr kumimoji="1" lang="ja-JP" altLang="en-US"/>
          </a:p>
        </p:txBody>
      </p:sp>
      <p:sp>
        <p:nvSpPr>
          <p:cNvPr id="6" name="Slide Number Placeholder 5"/>
          <p:cNvSpPr>
            <a:spLocks noGrp="1"/>
          </p:cNvSpPr>
          <p:nvPr>
            <p:ph type="sldNum" sz="quarter" idx="4"/>
          </p:nvPr>
        </p:nvSpPr>
        <p:spPr>
          <a:xfrm>
            <a:off x="10469880" y="6307672"/>
            <a:ext cx="1463040" cy="274320"/>
          </a:xfrm>
          <a:prstGeom prst="rect">
            <a:avLst/>
          </a:prstGeom>
        </p:spPr>
        <p:txBody>
          <a:bodyPr vert="horz" lIns="91440" tIns="45720" rIns="91440" bIns="45720" rtlCol="0" anchor="b"/>
          <a:lstStyle>
            <a:lvl1pPr algn="r">
              <a:defRPr sz="1000">
                <a:solidFill>
                  <a:schemeClr val="tx1">
                    <a:lumMod val="75000"/>
                    <a:lumOff val="25000"/>
                  </a:schemeClr>
                </a:solidFill>
              </a:defRPr>
            </a:lvl1p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42396158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kumimoji="1" lang="en-US" sz="4800" kern="1200" cap="none" spc="0" baseline="0" dirty="0">
          <a:solidFill>
            <a:schemeClr val="tx1">
              <a:lumMod val="85000"/>
              <a:lumOff val="15000"/>
            </a:schemeClr>
          </a:solidFill>
          <a:effectLst/>
          <a:latin typeface="+mj-lt"/>
          <a:ea typeface="+mn-ea"/>
          <a:cs typeface="+mn-cs"/>
        </a:defRPr>
      </a:lvl1pPr>
    </p:titleStyle>
    <p:bodyStyle>
      <a:lvl1pPr marL="182880" indent="-182880" algn="l" defTabSz="914400" rtl="0" eaLnBrk="1" latinLnBrk="0" hangingPunct="1">
        <a:lnSpc>
          <a:spcPct val="100000"/>
        </a:lnSpc>
        <a:spcBef>
          <a:spcPts val="900"/>
        </a:spcBef>
        <a:spcAft>
          <a:spcPts val="0"/>
        </a:spcAft>
        <a:buClr>
          <a:schemeClr val="tx1">
            <a:lumMod val="85000"/>
            <a:lumOff val="15000"/>
          </a:schemeClr>
        </a:buClr>
        <a:buFont typeface="Garamond" pitchFamily="18" charset="0"/>
        <a:buChar char="◦"/>
        <a:defRPr kumimoji="1" sz="1800" kern="1200">
          <a:solidFill>
            <a:schemeClr val="tx1"/>
          </a:solidFill>
          <a:latin typeface="+mn-lt"/>
          <a:ea typeface="+mn-ea"/>
          <a:cs typeface="+mn-cs"/>
        </a:defRPr>
      </a:lvl1pPr>
      <a:lvl2pPr marL="45720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600" kern="1200">
          <a:solidFill>
            <a:schemeClr val="tx1"/>
          </a:solidFill>
          <a:latin typeface="+mn-lt"/>
          <a:ea typeface="+mn-ea"/>
          <a:cs typeface="+mn-cs"/>
        </a:defRPr>
      </a:lvl2pPr>
      <a:lvl3pPr marL="73152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3pPr>
      <a:lvl4pPr marL="100584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4pPr>
      <a:lvl5pPr marL="128016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5pPr>
      <a:lvl6pPr marL="16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6pPr>
      <a:lvl7pPr marL="19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7pPr>
      <a:lvl8pPr marL="22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8pPr>
      <a:lvl9pPr marL="25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6C2D14-2418-DDA2-2364-D6F2CA146365}"/>
              </a:ext>
            </a:extLst>
          </p:cNvPr>
          <p:cNvSpPr>
            <a:spLocks noGrp="1"/>
          </p:cNvSpPr>
          <p:nvPr>
            <p:ph type="ctrTitle"/>
          </p:nvPr>
        </p:nvSpPr>
        <p:spPr>
          <a:xfrm>
            <a:off x="1561707" y="523721"/>
            <a:ext cx="9068586" cy="2590800"/>
          </a:xfrm>
        </p:spPr>
        <p:txBody>
          <a:bodyPr>
            <a:normAutofit fontScale="90000"/>
          </a:bodyPr>
          <a:lstStyle/>
          <a:p>
            <a:br>
              <a:rPr lang="en-US" altLang="ja-JP" dirty="0"/>
            </a:br>
            <a:br>
              <a:rPr lang="en-US" altLang="ja-JP" dirty="0"/>
            </a:br>
            <a:br>
              <a:rPr lang="en-US" altLang="ja-JP" dirty="0"/>
            </a:br>
            <a:br>
              <a:rPr lang="en-US" altLang="ja-JP" dirty="0"/>
            </a:br>
            <a:r>
              <a:rPr lang="ja-JP" altLang="en-US" dirty="0"/>
              <a:t>モバイル</a:t>
            </a:r>
            <a:br>
              <a:rPr lang="en-US" altLang="ja-JP" dirty="0"/>
            </a:br>
            <a:br>
              <a:rPr lang="en-US" altLang="ja-JP" dirty="0"/>
            </a:br>
            <a:r>
              <a:rPr lang="ja-JP" altLang="en-US" sz="9800" b="1" dirty="0"/>
              <a:t>メモ帳</a:t>
            </a:r>
            <a:endParaRPr kumimoji="1" lang="ja-JP" altLang="en-US" sz="9800" b="1" dirty="0"/>
          </a:p>
        </p:txBody>
      </p:sp>
      <p:sp>
        <p:nvSpPr>
          <p:cNvPr id="3" name="字幕 2">
            <a:extLst>
              <a:ext uri="{FF2B5EF4-FFF2-40B4-BE49-F238E27FC236}">
                <a16:creationId xmlns:a16="http://schemas.microsoft.com/office/drawing/2014/main" id="{F04F82A6-5B4D-9570-1123-7A45BAB2EF22}"/>
              </a:ext>
            </a:extLst>
          </p:cNvPr>
          <p:cNvSpPr>
            <a:spLocks noGrp="1"/>
          </p:cNvSpPr>
          <p:nvPr>
            <p:ph type="subTitle" idx="1"/>
          </p:nvPr>
        </p:nvSpPr>
        <p:spPr>
          <a:xfrm>
            <a:off x="5083629" y="4787375"/>
            <a:ext cx="9144000" cy="1655762"/>
          </a:xfrm>
        </p:spPr>
        <p:txBody>
          <a:bodyPr>
            <a:normAutofit/>
          </a:bodyPr>
          <a:lstStyle/>
          <a:p>
            <a:r>
              <a:rPr kumimoji="1" lang="ja-JP" altLang="en-US" sz="3200" dirty="0"/>
              <a:t>本田 隼翔</a:t>
            </a:r>
          </a:p>
        </p:txBody>
      </p:sp>
    </p:spTree>
    <p:extLst>
      <p:ext uri="{BB962C8B-B14F-4D97-AF65-F5344CB8AC3E}">
        <p14:creationId xmlns:p14="http://schemas.microsoft.com/office/powerpoint/2010/main" val="28704806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F3D07D-1292-BB36-83D4-A9F5243E94BA}"/>
              </a:ext>
            </a:extLst>
          </p:cNvPr>
          <p:cNvSpPr>
            <a:spLocks noGrp="1"/>
          </p:cNvSpPr>
          <p:nvPr>
            <p:ph type="title"/>
          </p:nvPr>
        </p:nvSpPr>
        <p:spPr>
          <a:xfrm>
            <a:off x="141514" y="0"/>
            <a:ext cx="10058400" cy="1371600"/>
          </a:xfrm>
        </p:spPr>
        <p:txBody>
          <a:bodyPr/>
          <a:lstStyle/>
          <a:p>
            <a:r>
              <a:rPr kumimoji="1" lang="ja-JP" altLang="en-US" b="1" dirty="0"/>
              <a:t>このアプリを作ろうと思った理由</a:t>
            </a:r>
          </a:p>
        </p:txBody>
      </p:sp>
      <p:sp>
        <p:nvSpPr>
          <p:cNvPr id="3" name="コンテンツ プレースホルダー 2">
            <a:extLst>
              <a:ext uri="{FF2B5EF4-FFF2-40B4-BE49-F238E27FC236}">
                <a16:creationId xmlns:a16="http://schemas.microsoft.com/office/drawing/2014/main" id="{68E14351-FC37-EE9F-DA4D-72D77B356304}"/>
              </a:ext>
            </a:extLst>
          </p:cNvPr>
          <p:cNvSpPr>
            <a:spLocks noGrp="1"/>
          </p:cNvSpPr>
          <p:nvPr>
            <p:ph idx="1"/>
          </p:nvPr>
        </p:nvSpPr>
        <p:spPr/>
        <p:txBody>
          <a:bodyPr>
            <a:normAutofit/>
          </a:bodyPr>
          <a:lstStyle/>
          <a:p>
            <a:r>
              <a:rPr kumimoji="1" lang="ja-JP" altLang="en-US" sz="3600" dirty="0"/>
              <a:t>すぐ物事や大切なこと、言われたことを忘れる自分に必要なものと考えたときにメモすれば　いいじゃん！と思い作成に至った</a:t>
            </a:r>
          </a:p>
        </p:txBody>
      </p:sp>
    </p:spTree>
    <p:extLst>
      <p:ext uri="{BB962C8B-B14F-4D97-AF65-F5344CB8AC3E}">
        <p14:creationId xmlns:p14="http://schemas.microsoft.com/office/powerpoint/2010/main" val="3512918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4CE247-F748-D24F-223F-369E593FC875}"/>
              </a:ext>
            </a:extLst>
          </p:cNvPr>
          <p:cNvSpPr>
            <a:spLocks noGrp="1"/>
          </p:cNvSpPr>
          <p:nvPr>
            <p:ph type="title"/>
          </p:nvPr>
        </p:nvSpPr>
        <p:spPr>
          <a:xfrm>
            <a:off x="239486" y="0"/>
            <a:ext cx="10058400" cy="1371600"/>
          </a:xfrm>
        </p:spPr>
        <p:txBody>
          <a:bodyPr>
            <a:normAutofit/>
          </a:bodyPr>
          <a:lstStyle/>
          <a:p>
            <a:r>
              <a:rPr lang="ja-JP" altLang="en-US" sz="4800" b="1" dirty="0"/>
              <a:t>アプリの概要</a:t>
            </a:r>
            <a:endParaRPr kumimoji="1" lang="ja-JP" altLang="en-US" sz="4800" b="1" dirty="0"/>
          </a:p>
        </p:txBody>
      </p:sp>
      <p:sp>
        <p:nvSpPr>
          <p:cNvPr id="3" name="コンテンツ プレースホルダー 2">
            <a:extLst>
              <a:ext uri="{FF2B5EF4-FFF2-40B4-BE49-F238E27FC236}">
                <a16:creationId xmlns:a16="http://schemas.microsoft.com/office/drawing/2014/main" id="{00A62D2D-DF13-22B4-D801-B17EE97CDD6E}"/>
              </a:ext>
            </a:extLst>
          </p:cNvPr>
          <p:cNvSpPr>
            <a:spLocks noGrp="1"/>
          </p:cNvSpPr>
          <p:nvPr>
            <p:ph idx="1"/>
          </p:nvPr>
        </p:nvSpPr>
        <p:spPr>
          <a:xfrm>
            <a:off x="1066799" y="2103120"/>
            <a:ext cx="10700657" cy="3931920"/>
          </a:xfrm>
        </p:spPr>
        <p:txBody>
          <a:bodyPr/>
          <a:lstStyle/>
          <a:p>
            <a:pPr marL="0" indent="0">
              <a:buNone/>
            </a:pPr>
            <a:r>
              <a:rPr kumimoji="1" lang="ja-JP" altLang="en-US" sz="3600" dirty="0"/>
              <a:t>忘れないように</a:t>
            </a:r>
            <a:r>
              <a:rPr lang="ja-JP" altLang="en-US" sz="3600" dirty="0"/>
              <a:t>大事なことをメモしておけるアプリ</a:t>
            </a:r>
            <a:endParaRPr lang="en-US" altLang="ja-JP" sz="3600" dirty="0"/>
          </a:p>
          <a:p>
            <a:pPr marL="0" indent="0">
              <a:buNone/>
            </a:pPr>
            <a:r>
              <a:rPr lang="ja-JP" altLang="en-US" sz="3600" dirty="0"/>
              <a:t>メモの追加・削除・編集・保存ができる</a:t>
            </a:r>
            <a:r>
              <a:rPr lang="ja-JP" altLang="en-US" dirty="0"/>
              <a:t>。</a:t>
            </a:r>
            <a:endParaRPr kumimoji="1" lang="en-US" altLang="ja-JP" dirty="0"/>
          </a:p>
        </p:txBody>
      </p:sp>
    </p:spTree>
    <p:extLst>
      <p:ext uri="{BB962C8B-B14F-4D97-AF65-F5344CB8AC3E}">
        <p14:creationId xmlns:p14="http://schemas.microsoft.com/office/powerpoint/2010/main" val="1379418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9F6F204D-0621-791F-1FAB-2FA2C0B0C95E}"/>
              </a:ext>
            </a:extLst>
          </p:cNvPr>
          <p:cNvSpPr txBox="1"/>
          <p:nvPr/>
        </p:nvSpPr>
        <p:spPr>
          <a:xfrm>
            <a:off x="1698172" y="1698563"/>
            <a:ext cx="2862944" cy="707886"/>
          </a:xfrm>
          <a:prstGeom prst="rect">
            <a:avLst/>
          </a:prstGeom>
          <a:noFill/>
        </p:spPr>
        <p:txBody>
          <a:bodyPr wrap="square">
            <a:spAutoFit/>
          </a:bodyPr>
          <a:lstStyle/>
          <a:p>
            <a:r>
              <a:rPr kumimoji="1" lang="ja-JP" altLang="en-US" sz="4000" dirty="0"/>
              <a:t>ホーム画面</a:t>
            </a:r>
          </a:p>
        </p:txBody>
      </p:sp>
      <p:sp>
        <p:nvSpPr>
          <p:cNvPr id="7" name="テキスト ボックス 6">
            <a:extLst>
              <a:ext uri="{FF2B5EF4-FFF2-40B4-BE49-F238E27FC236}">
                <a16:creationId xmlns:a16="http://schemas.microsoft.com/office/drawing/2014/main" id="{7419F121-1794-E1B6-8936-227C8543A418}"/>
              </a:ext>
            </a:extLst>
          </p:cNvPr>
          <p:cNvSpPr txBox="1"/>
          <p:nvPr/>
        </p:nvSpPr>
        <p:spPr>
          <a:xfrm>
            <a:off x="6999514" y="1652396"/>
            <a:ext cx="3396344" cy="707886"/>
          </a:xfrm>
          <a:prstGeom prst="rect">
            <a:avLst/>
          </a:prstGeom>
          <a:noFill/>
        </p:spPr>
        <p:txBody>
          <a:bodyPr wrap="square" rtlCol="0">
            <a:spAutoFit/>
          </a:bodyPr>
          <a:lstStyle/>
          <a:p>
            <a:r>
              <a:rPr kumimoji="1" lang="ja-JP" altLang="en-US" sz="4000" dirty="0"/>
              <a:t>　メモ画面</a:t>
            </a:r>
          </a:p>
        </p:txBody>
      </p:sp>
      <p:sp>
        <p:nvSpPr>
          <p:cNvPr id="10" name="四角形: 角を丸くする 9">
            <a:extLst>
              <a:ext uri="{FF2B5EF4-FFF2-40B4-BE49-F238E27FC236}">
                <a16:creationId xmlns:a16="http://schemas.microsoft.com/office/drawing/2014/main" id="{E5B43F95-8C23-CCEB-1C6E-D51C494B0D66}"/>
              </a:ext>
            </a:extLst>
          </p:cNvPr>
          <p:cNvSpPr/>
          <p:nvPr/>
        </p:nvSpPr>
        <p:spPr>
          <a:xfrm>
            <a:off x="7119256" y="1535592"/>
            <a:ext cx="3156859" cy="870857"/>
          </a:xfrm>
          <a:prstGeom prst="round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1" name="四角形: 角を丸くする 10">
            <a:extLst>
              <a:ext uri="{FF2B5EF4-FFF2-40B4-BE49-F238E27FC236}">
                <a16:creationId xmlns:a16="http://schemas.microsoft.com/office/drawing/2014/main" id="{78C5538D-2BC2-36AC-CD04-9303AADB9C86}"/>
              </a:ext>
            </a:extLst>
          </p:cNvPr>
          <p:cNvSpPr/>
          <p:nvPr/>
        </p:nvSpPr>
        <p:spPr>
          <a:xfrm>
            <a:off x="1649184" y="1570910"/>
            <a:ext cx="2862945" cy="870857"/>
          </a:xfrm>
          <a:prstGeom prst="round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F4FC7763-2B0A-0DF5-14D5-4DD9A9118A7C}"/>
              </a:ext>
            </a:extLst>
          </p:cNvPr>
          <p:cNvSpPr txBox="1"/>
          <p:nvPr/>
        </p:nvSpPr>
        <p:spPr>
          <a:xfrm>
            <a:off x="1567544" y="2767280"/>
            <a:ext cx="3331028" cy="2862322"/>
          </a:xfrm>
          <a:prstGeom prst="rect">
            <a:avLst/>
          </a:prstGeom>
          <a:noFill/>
        </p:spPr>
        <p:txBody>
          <a:bodyPr wrap="square" rtlCol="0">
            <a:spAutoFit/>
          </a:bodyPr>
          <a:lstStyle/>
          <a:p>
            <a:r>
              <a:rPr kumimoji="1" lang="ja-JP" altLang="en-US" sz="2000" dirty="0"/>
              <a:t>・保存したメモを表示する</a:t>
            </a:r>
            <a:endParaRPr kumimoji="1" lang="en-US" altLang="ja-JP" sz="2000" dirty="0"/>
          </a:p>
          <a:p>
            <a:r>
              <a:rPr kumimoji="1" lang="ja-JP" altLang="en-US" sz="2000" dirty="0"/>
              <a:t>・何も保存してない場合は　　</a:t>
            </a:r>
            <a:endParaRPr kumimoji="1" lang="en-US" altLang="ja-JP" sz="2000" dirty="0"/>
          </a:p>
          <a:p>
            <a:r>
              <a:rPr kumimoji="1" lang="ja-JP" altLang="en-US" sz="2000" dirty="0"/>
              <a:t>　保存されているメモは　　　</a:t>
            </a:r>
            <a:endParaRPr kumimoji="1" lang="en-US" altLang="ja-JP" sz="2000" dirty="0"/>
          </a:p>
          <a:p>
            <a:r>
              <a:rPr lang="ja-JP" altLang="en-US" sz="2000" dirty="0"/>
              <a:t>　</a:t>
            </a:r>
            <a:r>
              <a:rPr kumimoji="1" lang="ja-JP" altLang="en-US" sz="2000" dirty="0"/>
              <a:t>ありませんと</a:t>
            </a:r>
            <a:r>
              <a:rPr lang="ja-JP" altLang="en-US" sz="2000" dirty="0"/>
              <a:t>表示される</a:t>
            </a:r>
            <a:endParaRPr lang="en-US" altLang="ja-JP" sz="2000" dirty="0"/>
          </a:p>
          <a:p>
            <a:r>
              <a:rPr kumimoji="1" lang="ja-JP" altLang="en-US" sz="2000" dirty="0"/>
              <a:t>・ロードしても保存した　　</a:t>
            </a:r>
            <a:endParaRPr kumimoji="1" lang="en-US" altLang="ja-JP" sz="2000" dirty="0"/>
          </a:p>
          <a:p>
            <a:r>
              <a:rPr lang="ja-JP" altLang="en-US" sz="2000" dirty="0"/>
              <a:t>　</a:t>
            </a:r>
            <a:r>
              <a:rPr kumimoji="1" lang="ja-JP" altLang="en-US" sz="2000" dirty="0"/>
              <a:t>メモが表示される</a:t>
            </a:r>
            <a:endParaRPr kumimoji="1" lang="en-US" altLang="ja-JP" sz="2000" dirty="0"/>
          </a:p>
          <a:p>
            <a:r>
              <a:rPr lang="ja-JP" altLang="en-US" sz="2000" dirty="0"/>
              <a:t>・右下の＋ボタンを押し</a:t>
            </a:r>
            <a:endParaRPr lang="en-US" altLang="ja-JP" sz="2000" dirty="0"/>
          </a:p>
          <a:p>
            <a:r>
              <a:rPr lang="ja-JP" altLang="en-US" sz="2000" dirty="0"/>
              <a:t>　たらメモ画面に遷移する</a:t>
            </a:r>
            <a:endParaRPr lang="en-US" altLang="ja-JP" sz="2000" dirty="0"/>
          </a:p>
          <a:p>
            <a:endParaRPr kumimoji="1" lang="ja-JP" altLang="en-US" sz="2000" dirty="0"/>
          </a:p>
        </p:txBody>
      </p:sp>
      <p:sp>
        <p:nvSpPr>
          <p:cNvPr id="13" name="テキスト ボックス 12">
            <a:extLst>
              <a:ext uri="{FF2B5EF4-FFF2-40B4-BE49-F238E27FC236}">
                <a16:creationId xmlns:a16="http://schemas.microsoft.com/office/drawing/2014/main" id="{33D25612-DAFC-A913-5720-8F199BD5941D}"/>
              </a:ext>
            </a:extLst>
          </p:cNvPr>
          <p:cNvSpPr txBox="1"/>
          <p:nvPr/>
        </p:nvSpPr>
        <p:spPr>
          <a:xfrm>
            <a:off x="7293429" y="2523253"/>
            <a:ext cx="2786743" cy="1477328"/>
          </a:xfrm>
          <a:prstGeom prst="rect">
            <a:avLst/>
          </a:prstGeom>
          <a:noFill/>
        </p:spPr>
        <p:txBody>
          <a:bodyPr wrap="square" rtlCol="0">
            <a:spAutoFit/>
          </a:bodyPr>
          <a:lstStyle/>
          <a:p>
            <a:r>
              <a:rPr lang="ja-JP" altLang="en-US" dirty="0"/>
              <a:t>・メモの追加、編集、</a:t>
            </a:r>
            <a:endParaRPr lang="en-US" altLang="ja-JP" dirty="0"/>
          </a:p>
          <a:p>
            <a:r>
              <a:rPr lang="ja-JP" altLang="en-US" dirty="0"/>
              <a:t>　削除などが可能</a:t>
            </a:r>
            <a:endParaRPr lang="en-US" altLang="ja-JP" dirty="0"/>
          </a:p>
          <a:p>
            <a:r>
              <a:rPr kumimoji="1" lang="ja-JP" altLang="en-US" dirty="0"/>
              <a:t>・メモ入力後保存ボタン　　　　　</a:t>
            </a:r>
            <a:endParaRPr kumimoji="1" lang="en-US" altLang="ja-JP" dirty="0"/>
          </a:p>
          <a:p>
            <a:r>
              <a:rPr lang="ja-JP" altLang="en-US" dirty="0"/>
              <a:t>　</a:t>
            </a:r>
            <a:r>
              <a:rPr kumimoji="1" lang="ja-JP" altLang="en-US" dirty="0"/>
              <a:t>を押せばホーム画面に</a:t>
            </a:r>
            <a:endParaRPr kumimoji="1" lang="en-US" altLang="ja-JP" dirty="0"/>
          </a:p>
          <a:p>
            <a:r>
              <a:rPr lang="ja-JP" altLang="en-US" dirty="0"/>
              <a:t>　</a:t>
            </a:r>
            <a:r>
              <a:rPr kumimoji="1" lang="ja-JP" altLang="en-US" dirty="0"/>
              <a:t>遷移する</a:t>
            </a:r>
          </a:p>
        </p:txBody>
      </p:sp>
      <p:sp>
        <p:nvSpPr>
          <p:cNvPr id="15" name="テキスト ボックス 14">
            <a:extLst>
              <a:ext uri="{FF2B5EF4-FFF2-40B4-BE49-F238E27FC236}">
                <a16:creationId xmlns:a16="http://schemas.microsoft.com/office/drawing/2014/main" id="{57D3335D-F86F-980A-0724-D66DC3833B5E}"/>
              </a:ext>
            </a:extLst>
          </p:cNvPr>
          <p:cNvSpPr txBox="1"/>
          <p:nvPr/>
        </p:nvSpPr>
        <p:spPr>
          <a:xfrm>
            <a:off x="283029" y="233671"/>
            <a:ext cx="3973285" cy="923330"/>
          </a:xfrm>
          <a:prstGeom prst="rect">
            <a:avLst/>
          </a:prstGeom>
          <a:noFill/>
        </p:spPr>
        <p:txBody>
          <a:bodyPr wrap="square" rtlCol="0">
            <a:spAutoFit/>
          </a:bodyPr>
          <a:lstStyle/>
          <a:p>
            <a:r>
              <a:rPr kumimoji="1" lang="ja-JP" altLang="en-US" sz="5400" b="1" dirty="0"/>
              <a:t>遷移図</a:t>
            </a:r>
          </a:p>
        </p:txBody>
      </p:sp>
      <p:cxnSp>
        <p:nvCxnSpPr>
          <p:cNvPr id="3" name="直線矢印コネクタ 2">
            <a:extLst>
              <a:ext uri="{FF2B5EF4-FFF2-40B4-BE49-F238E27FC236}">
                <a16:creationId xmlns:a16="http://schemas.microsoft.com/office/drawing/2014/main" id="{AA5CA511-43EB-7CA4-EBD0-6B75AB5DA08A}"/>
              </a:ext>
            </a:extLst>
          </p:cNvPr>
          <p:cNvCxnSpPr/>
          <p:nvPr/>
        </p:nvCxnSpPr>
        <p:spPr>
          <a:xfrm>
            <a:off x="4898572" y="1967696"/>
            <a:ext cx="2011514" cy="0"/>
          </a:xfrm>
          <a:prstGeom prst="straightConnector1">
            <a:avLst/>
          </a:prstGeom>
          <a:ln w="762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32251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976EC-9868-9831-4718-A74696FB4513}"/>
              </a:ext>
            </a:extLst>
          </p:cNvPr>
          <p:cNvSpPr>
            <a:spLocks noGrp="1"/>
          </p:cNvSpPr>
          <p:nvPr>
            <p:ph type="title"/>
          </p:nvPr>
        </p:nvSpPr>
        <p:spPr>
          <a:xfrm>
            <a:off x="4342436" y="2103120"/>
            <a:ext cx="10058400" cy="1371600"/>
          </a:xfrm>
        </p:spPr>
        <p:txBody>
          <a:bodyPr/>
          <a:lstStyle/>
          <a:p>
            <a:r>
              <a:rPr kumimoji="1" lang="ja-JP" altLang="en-US" dirty="0"/>
              <a:t>実機説明</a:t>
            </a:r>
          </a:p>
        </p:txBody>
      </p:sp>
      <p:sp>
        <p:nvSpPr>
          <p:cNvPr id="3" name="コンテンツ プレースホルダー 2">
            <a:extLst>
              <a:ext uri="{FF2B5EF4-FFF2-40B4-BE49-F238E27FC236}">
                <a16:creationId xmlns:a16="http://schemas.microsoft.com/office/drawing/2014/main" id="{33D3D612-4D23-FC9B-0766-AF1C930C047D}"/>
              </a:ext>
            </a:extLst>
          </p:cNvPr>
          <p:cNvSpPr>
            <a:spLocks noGrp="1"/>
          </p:cNvSpPr>
          <p:nvPr>
            <p:ph idx="1"/>
          </p:nvPr>
        </p:nvSpPr>
        <p:spPr/>
        <p:txBody>
          <a:bodyPr/>
          <a:lstStyle/>
          <a:p>
            <a:endParaRPr kumimoji="1" lang="ja-JP" altLang="en-US" dirty="0"/>
          </a:p>
        </p:txBody>
      </p:sp>
    </p:spTree>
    <p:extLst>
      <p:ext uri="{BB962C8B-B14F-4D97-AF65-F5344CB8AC3E}">
        <p14:creationId xmlns:p14="http://schemas.microsoft.com/office/powerpoint/2010/main" val="5897712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4A9633-D944-2526-6D2F-4C9FE55CFA92}"/>
              </a:ext>
            </a:extLst>
          </p:cNvPr>
          <p:cNvSpPr>
            <a:spLocks noGrp="1"/>
          </p:cNvSpPr>
          <p:nvPr>
            <p:ph type="title"/>
          </p:nvPr>
        </p:nvSpPr>
        <p:spPr/>
        <p:txBody>
          <a:bodyPr/>
          <a:lstStyle/>
          <a:p>
            <a:r>
              <a:rPr kumimoji="1" lang="ja-JP" altLang="en-US" dirty="0"/>
              <a:t>今後搭載したい機能</a:t>
            </a:r>
          </a:p>
        </p:txBody>
      </p:sp>
      <p:sp>
        <p:nvSpPr>
          <p:cNvPr id="3" name="コンテンツ プレースホルダー 2">
            <a:extLst>
              <a:ext uri="{FF2B5EF4-FFF2-40B4-BE49-F238E27FC236}">
                <a16:creationId xmlns:a16="http://schemas.microsoft.com/office/drawing/2014/main" id="{13E4E330-4DB1-3A4E-3B0B-7B06128643F5}"/>
              </a:ext>
            </a:extLst>
          </p:cNvPr>
          <p:cNvSpPr>
            <a:spLocks noGrp="1"/>
          </p:cNvSpPr>
          <p:nvPr>
            <p:ph idx="1"/>
          </p:nvPr>
        </p:nvSpPr>
        <p:spPr/>
        <p:txBody>
          <a:bodyPr/>
          <a:lstStyle/>
          <a:p>
            <a:r>
              <a:rPr kumimoji="1" lang="ja-JP" altLang="en-US" sz="2800" dirty="0"/>
              <a:t>アプリを落としてもメモが保存される機能</a:t>
            </a:r>
            <a:endParaRPr kumimoji="1" lang="en-US" altLang="ja-JP" sz="2800" dirty="0"/>
          </a:p>
          <a:p>
            <a:r>
              <a:rPr lang="ja-JP" altLang="en-US" sz="2800" dirty="0"/>
              <a:t>重要度が設定できる機能</a:t>
            </a:r>
            <a:endParaRPr lang="en-US" altLang="ja-JP" sz="2800" dirty="0"/>
          </a:p>
          <a:p>
            <a:r>
              <a:rPr lang="ja-JP" altLang="en-US" sz="2800" dirty="0"/>
              <a:t>レイアウトなどを変更できる機能</a:t>
            </a:r>
          </a:p>
          <a:p>
            <a:r>
              <a:rPr lang="en-US" altLang="ja-JP" sz="2800" dirty="0"/>
              <a:t>URL   https://qiita.com/shake12/items/5d5e84c323b4560e8e60</a:t>
            </a:r>
          </a:p>
          <a:p>
            <a:endParaRPr kumimoji="1" lang="ja-JP" altLang="en-US" dirty="0"/>
          </a:p>
        </p:txBody>
      </p:sp>
    </p:spTree>
    <p:extLst>
      <p:ext uri="{BB962C8B-B14F-4D97-AF65-F5344CB8AC3E}">
        <p14:creationId xmlns:p14="http://schemas.microsoft.com/office/powerpoint/2010/main" val="200440268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シャボン">
  <a:themeElements>
    <a:clrScheme name="シャボン">
      <a:dk1>
        <a:sysClr val="windowText" lastClr="000000"/>
      </a:dk1>
      <a:lt1>
        <a:sysClr val="window" lastClr="FFFFFF"/>
      </a:lt1>
      <a:dk2>
        <a:srgbClr val="1485A4"/>
      </a:dk2>
      <a:lt2>
        <a:srgbClr val="E3DED1"/>
      </a:lt2>
      <a:accent1>
        <a:srgbClr val="1CADE4"/>
      </a:accent1>
      <a:accent2>
        <a:srgbClr val="2683C6"/>
      </a:accent2>
      <a:accent3>
        <a:srgbClr val="27CED7"/>
      </a:accent3>
      <a:accent4>
        <a:srgbClr val="42BA97"/>
      </a:accent4>
      <a:accent5>
        <a:srgbClr val="3E8853"/>
      </a:accent5>
      <a:accent6>
        <a:srgbClr val="62A39F"/>
      </a:accent6>
      <a:hlink>
        <a:srgbClr val="F49100"/>
      </a:hlink>
      <a:folHlink>
        <a:srgbClr val="739D9B"/>
      </a:folHlink>
    </a:clrScheme>
    <a:fontScheme name="シャボン">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シャボン">
      <a:fillStyleLst>
        <a:solidFill>
          <a:schemeClr val="phClr"/>
        </a:solidFill>
        <a:gradFill rotWithShape="1">
          <a:gsLst>
            <a:gs pos="0">
              <a:schemeClr val="phClr">
                <a:tint val="60000"/>
                <a:satMod val="105000"/>
                <a:lumMod val="105000"/>
              </a:schemeClr>
            </a:gs>
            <a:gs pos="100000">
              <a:schemeClr val="phClr">
                <a:tint val="65000"/>
                <a:satMod val="100000"/>
                <a:lumMod val="100000"/>
              </a:schemeClr>
            </a:gs>
            <a:gs pos="100000">
              <a:schemeClr val="phClr">
                <a:tint val="70000"/>
                <a:satMod val="100000"/>
                <a:lumMod val="100000"/>
              </a:schemeClr>
            </a:gs>
          </a:gsLst>
          <a:lin ang="5400000" scaled="0"/>
        </a:gradFill>
        <a:gradFill rotWithShape="1">
          <a:gsLst>
            <a:gs pos="0">
              <a:schemeClr val="phClr">
                <a:satMod val="100000"/>
                <a:lumMod val="100000"/>
              </a:schemeClr>
            </a:gs>
            <a:gs pos="50000">
              <a:schemeClr val="phClr">
                <a:shade val="99000"/>
                <a:satMod val="105000"/>
                <a:lumMod val="100000"/>
              </a:schemeClr>
            </a:gs>
            <a:gs pos="100000">
              <a:schemeClr val="phClr">
                <a:shade val="98000"/>
                <a:satMod val="105000"/>
                <a:lumMod val="100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38100" dist="12700" dir="5400000" algn="ctr" rotWithShape="0">
              <a:srgbClr val="000000">
                <a:alpha val="63000"/>
              </a:srgbClr>
            </a:outerShdw>
          </a:effectLst>
        </a:effectStyle>
        <a:effectStyle>
          <a:effectLst>
            <a:outerShdw blurRad="57150" dist="19050" dir="5400000" algn="ctr" rotWithShape="0">
              <a:srgbClr val="000000">
                <a:alpha val="63000"/>
              </a:srgbClr>
            </a:outerShdw>
          </a:effectLst>
          <a:scene3d>
            <a:camera prst="orthographicFront">
              <a:rot lat="0" lon="0" rev="0"/>
            </a:camera>
            <a:lightRig rig="flat" dir="tl">
              <a:rot lat="0" lon="0" rev="4200000"/>
            </a:lightRig>
          </a:scene3d>
          <a:sp3d prstMaterial="flat">
            <a:bevelT w="50800" h="63500" prst="riblet"/>
          </a:sp3d>
        </a:effectStyle>
      </a:effectStyleLst>
      <a:bgFillStyleLst>
        <a:solidFill>
          <a:schemeClr val="phClr"/>
        </a:solidFill>
        <a:gradFill rotWithShape="1">
          <a:gsLst>
            <a:gs pos="0">
              <a:schemeClr val="phClr">
                <a:tint val="90000"/>
                <a:shade val="92000"/>
                <a:satMod val="160000"/>
              </a:schemeClr>
            </a:gs>
            <a:gs pos="77000">
              <a:schemeClr val="phClr">
                <a:tint val="100000"/>
                <a:shade val="73000"/>
                <a:satMod val="155000"/>
              </a:schemeClr>
            </a:gs>
            <a:gs pos="100000">
              <a:schemeClr val="phClr">
                <a:tint val="100000"/>
                <a:shade val="67000"/>
                <a:satMod val="145000"/>
              </a:schemeClr>
            </a:gs>
          </a:gsLst>
          <a:lin ang="5400000" scaled="0"/>
        </a:gradFill>
        <a:blipFill rotWithShape="1">
          <a:blip xmlns:r="http://schemas.openxmlformats.org/officeDocument/2006/relationships" r:embed="rId1">
            <a:duotone>
              <a:schemeClr val="phClr">
                <a:tint val="95000"/>
              </a:schemeClr>
              <a:schemeClr val="phClr">
                <a:shade val="92000"/>
                <a:satMod val="115000"/>
              </a:schemeClr>
            </a:duotone>
          </a:blip>
          <a:tile tx="0" ty="0" sx="60000" sy="60000" flip="none" algn="tl"/>
        </a:blipFill>
      </a:bgFillStyleLst>
    </a:fmtScheme>
  </a:themeElements>
  <a:objectDefaults/>
  <a:extraClrSchemeLst/>
  <a:extLst>
    <a:ext uri="{05A4C25C-085E-4340-85A3-A5531E510DB2}">
      <thm15:themeFamily xmlns:thm15="http://schemas.microsoft.com/office/thememl/2012/main" name="Savon" id="{1306E473-ED32-493B-A2D0-240A757EDD34}" vid="{C20BADFE-D095-436F-9677-9264042809F0}"/>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TM03457510[[fn=シャボン]]</Template>
  <TotalTime>333</TotalTime>
  <Words>197</Words>
  <Application>Microsoft Office PowerPoint</Application>
  <PresentationFormat>ワイド画面</PresentationFormat>
  <Paragraphs>30</Paragraphs>
  <Slides>6</Slides>
  <Notes>1</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6</vt:i4>
      </vt:variant>
    </vt:vector>
  </HeadingPairs>
  <TitlesOfParts>
    <vt:vector size="10" baseType="lpstr">
      <vt:lpstr>游ゴシック</vt:lpstr>
      <vt:lpstr>Century Gothic</vt:lpstr>
      <vt:lpstr>Garamond</vt:lpstr>
      <vt:lpstr>シャボン</vt:lpstr>
      <vt:lpstr>    モバイル  メモ帳</vt:lpstr>
      <vt:lpstr>このアプリを作ろうと思った理由</vt:lpstr>
      <vt:lpstr>アプリの概要</vt:lpstr>
      <vt:lpstr>PowerPoint プレゼンテーション</vt:lpstr>
      <vt:lpstr>実機説明</vt:lpstr>
      <vt:lpstr>今後搭載したい機能</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隼翔 本田</dc:creator>
  <cp:lastModifiedBy>隼翔 本田</cp:lastModifiedBy>
  <cp:revision>16</cp:revision>
  <dcterms:created xsi:type="dcterms:W3CDTF">2025-12-02T05:39:17Z</dcterms:created>
  <dcterms:modified xsi:type="dcterms:W3CDTF">2026-05-13T03:31:54Z</dcterms:modified>
</cp:coreProperties>
</file>