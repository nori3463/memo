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57" r:id="rId4"/>
    <p:sldId id="258"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60"/>
  </p:normalViewPr>
  <p:slideViewPr>
    <p:cSldViewPr snapToGrid="0">
      <p:cViewPr varScale="1">
        <p:scale>
          <a:sx n="59" d="100"/>
          <a:sy n="59" d="100"/>
        </p:scale>
        <p:origin x="112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B23A7F-56E7-5A59-0B7D-7BD51657C80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2948E2E-2EC8-56AB-4522-F2688FA5B72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3A764BB-4C30-6137-6FFA-82B09A4CCB12}"/>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433F3FD4-D05F-1AD3-E96F-3D123346A3A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ACD0F6D-BB2C-F7A8-80AC-FD63245A91E1}"/>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5272010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D509B2-A8C7-4AC7-9C5C-F565F5D659B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A86B0AF-FC3F-B287-576C-6E5AEF6B7619}"/>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478CDB6-DE94-95B0-3360-02D51A58F2FA}"/>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9FE34C86-7076-D8DE-66E8-475786A97DD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ADCBBCE-7B90-0CE1-557C-07680AA68ED4}"/>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0628411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63DB8C6-00ED-3BEA-CEA2-535EF41051E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05645F-B28B-8C21-0E9C-99B6DFC07E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838C72B-AF31-EA89-4356-F69576F1ED90}"/>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C606EC98-FBEC-61BB-02F0-9030BA379A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97CEFF5-B095-D9A2-1D86-6D7110A89164}"/>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0615620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DD75D7-AB58-AF90-013E-BA0B9AF1396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6A7D5B-147C-0955-3CE8-AC06AE8AC34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959D3E9-2C78-3430-B87B-D57A8F19C2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303AEEF-9F86-E1CA-3E9D-657909D8F437}"/>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6" name="フッター プレースホルダー 5">
            <a:extLst>
              <a:ext uri="{FF2B5EF4-FFF2-40B4-BE49-F238E27FC236}">
                <a16:creationId xmlns:a16="http://schemas.microsoft.com/office/drawing/2014/main" id="{E6E92E5B-BBEC-7250-BD42-31E49CD649A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A0B4898-70A4-B8FD-91A4-05CC23996913}"/>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88873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543ACC-2824-3C3E-D846-40AB4B82451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AC67E21-399D-5FEF-84C7-86C51B79BC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113DDF3-7D94-1FF6-BBED-2BB8935C32F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CAD24F3-AAB4-17BF-96F4-4D1FF427AA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CCE8860-030D-5D22-EE7B-8B4BECB4EF1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BADAE29A-3ED2-AB3F-70C3-3D2922863E02}"/>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8" name="フッター プレースホルダー 7">
            <a:extLst>
              <a:ext uri="{FF2B5EF4-FFF2-40B4-BE49-F238E27FC236}">
                <a16:creationId xmlns:a16="http://schemas.microsoft.com/office/drawing/2014/main" id="{1494B693-3428-C5AE-65CB-31B81C3F91C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CE18683-9067-64B5-42CD-5DA513376490}"/>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36813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933C49-5B26-6FD5-EBB4-A8CDFAF3031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FD8CFB3-0D98-FEC3-8F0B-A69FF4B45691}"/>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4" name="フッター プレースホルダー 3">
            <a:extLst>
              <a:ext uri="{FF2B5EF4-FFF2-40B4-BE49-F238E27FC236}">
                <a16:creationId xmlns:a16="http://schemas.microsoft.com/office/drawing/2014/main" id="{E823689D-509E-1642-BB18-5D9419F51AA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44B73BA2-7574-C5AB-9904-F09F8F79CFAE}"/>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4771880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828CF8-3CF7-493C-D93B-71361D8F715A}"/>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3" name="フッター プレースホルダー 2">
            <a:extLst>
              <a:ext uri="{FF2B5EF4-FFF2-40B4-BE49-F238E27FC236}">
                <a16:creationId xmlns:a16="http://schemas.microsoft.com/office/drawing/2014/main" id="{064C813B-0AF9-AB98-A1A2-61E835F0358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7D2C7F3-0D73-1F1D-4ED1-D5943E0E00CA}"/>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141087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55DDFEC-C488-D8A6-0DFF-99ED1396709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530C19C-31E5-4497-D1BB-280E533F54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7D2FCB3-318E-E9E6-6582-E1D70E133E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41C7DB2-C08D-1B7F-94AD-42BC8CFB0F52}"/>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6" name="フッター プレースホルダー 5">
            <a:extLst>
              <a:ext uri="{FF2B5EF4-FFF2-40B4-BE49-F238E27FC236}">
                <a16:creationId xmlns:a16="http://schemas.microsoft.com/office/drawing/2014/main" id="{71CC5B7B-5F79-8B3E-182B-77013332AA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2E6C9AD-B1EE-2719-F396-A9F7D9AABA37}"/>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748424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693825-2555-37F9-4A79-1499C3D5096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76CD15E-A52D-035F-7481-EEACA8251A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19A8A4A-EC78-10A9-8BB9-9C1D4656E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779791E-FC64-0C0F-EAEE-F511CB64DFD8}"/>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6" name="フッター プレースホルダー 5">
            <a:extLst>
              <a:ext uri="{FF2B5EF4-FFF2-40B4-BE49-F238E27FC236}">
                <a16:creationId xmlns:a16="http://schemas.microsoft.com/office/drawing/2014/main" id="{C9556CBC-172C-946F-3C45-931A44A20C7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DF6B80C-1FD2-8C27-1BB6-AB5AAD94382E}"/>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016107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D5BDAB-DBDA-8D30-A647-73AFD864572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0FA7EC9-6011-5662-A82D-44466C10F576}"/>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B1884AD-2D43-11B3-180A-D287466F95FB}"/>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27308332-F71D-51E7-D293-DBACD02C73B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06276A-115C-00FD-7F2A-8F04B77FAC96}"/>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25994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95060D3-268B-E977-58E7-ABFE4178C24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ABDFBC4-4D95-A180-AD08-4906E9EA097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6A80437-7E32-9156-DCA6-386A8CEA1431}"/>
              </a:ext>
            </a:extLst>
          </p:cNvPr>
          <p:cNvSpPr>
            <a:spLocks noGrp="1"/>
          </p:cNvSpPr>
          <p:nvPr>
            <p:ph type="dt" sz="half" idx="10"/>
          </p:nvPr>
        </p:nvSpPr>
        <p:spPr/>
        <p:txBody>
          <a:body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5F142EAE-D507-346F-E452-D54B67061A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7C84E3-7315-D210-C66A-FA49FAE91B59}"/>
              </a:ext>
            </a:extLst>
          </p:cNvPr>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617628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DC0D23F-485D-8B01-2D21-97A9DB0FFB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4A80100-E644-4955-BA73-23B83F6040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5AD32A-F164-9623-BF19-D8F3803585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E435B7-E62C-44EE-A4AD-7C3BB417768E}" type="datetimeFigureOut">
              <a:rPr kumimoji="1" lang="ja-JP" altLang="en-US" smtClean="0"/>
              <a:t>2026/1/21</a:t>
            </a:fld>
            <a:endParaRPr kumimoji="1" lang="ja-JP" altLang="en-US"/>
          </a:p>
        </p:txBody>
      </p:sp>
      <p:sp>
        <p:nvSpPr>
          <p:cNvPr id="5" name="フッター プレースホルダー 4">
            <a:extLst>
              <a:ext uri="{FF2B5EF4-FFF2-40B4-BE49-F238E27FC236}">
                <a16:creationId xmlns:a16="http://schemas.microsoft.com/office/drawing/2014/main" id="{F3D51934-B7B8-15C1-9C1E-3C0841B942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5DE33DC-DABA-4AE9-60E7-5EE65C16C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1040966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モバイル開発</a:t>
            </a:r>
            <a:br>
              <a:rPr lang="en-US" altLang="ja-JP" dirty="0"/>
            </a:br>
            <a:br>
              <a:rPr lang="en-US" altLang="ja-JP" dirty="0"/>
            </a:br>
            <a:r>
              <a:rPr lang="ja-JP" altLang="en-US" dirty="0"/>
              <a:t>メモ帳</a:t>
            </a:r>
            <a:endParaRPr kumimoji="1" lang="ja-JP" altLang="en-US"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p:txBody>
          <a:bodyPr/>
          <a:lstStyle/>
          <a:p>
            <a:r>
              <a:rPr kumimoji="1" lang="ja-JP" altLang="en-US"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p:txBody>
          <a:bodyPr/>
          <a:lstStyle/>
          <a:p>
            <a:r>
              <a:rPr kumimoji="1" lang="ja-JP" altLang="en-US"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lstStyle/>
          <a:p>
            <a:r>
              <a:rPr kumimoji="1" lang="ja-JP" altLang="en-US" dirty="0"/>
              <a:t>すぐ物事や大切なこと、言われたことを忘れる自分に必要なものと考えたときにメモすればいいじゃん！と思い作成に至った</a:t>
            </a:r>
          </a:p>
        </p:txBody>
      </p:sp>
    </p:spTree>
    <p:extLst>
      <p:ext uri="{BB962C8B-B14F-4D97-AF65-F5344CB8AC3E}">
        <p14:creationId xmlns:p14="http://schemas.microsoft.com/office/powerpoint/2010/main" val="351291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p:txBody>
          <a:bodyPr/>
          <a:lstStyle/>
          <a:p>
            <a:pPr marL="0" indent="0">
              <a:buNone/>
            </a:pPr>
            <a:r>
              <a:rPr kumimoji="1" lang="ja-JP" altLang="en-US" dirty="0"/>
              <a:t>忘れないように</a:t>
            </a:r>
            <a:r>
              <a:rPr lang="ja-JP" altLang="en-US" dirty="0"/>
              <a:t>大事なことをメモしておけるアプリ</a:t>
            </a:r>
            <a:endParaRPr lang="en-US" altLang="ja-JP" dirty="0"/>
          </a:p>
          <a:p>
            <a:pPr marL="0" indent="0">
              <a:buNone/>
            </a:pPr>
            <a:r>
              <a:rPr lang="ja-JP" altLang="en-US" dirty="0"/>
              <a:t>メモの追加・削除・編集ができる。</a:t>
            </a:r>
            <a:endParaRPr kumimoji="1" lang="en-US" altLang="ja-JP" dirty="0"/>
          </a:p>
        </p:txBody>
      </p:sp>
    </p:spTree>
    <p:extLst>
      <p:ext uri="{BB962C8B-B14F-4D97-AF65-F5344CB8AC3E}">
        <p14:creationId xmlns:p14="http://schemas.microsoft.com/office/powerpoint/2010/main" val="1379418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・ロードしても保存した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たらメモを入力できる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646331"/>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kumimoji="1" lang="ja-JP" altLang="en-US" dirty="0"/>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TotalTime>
  <Words>142</Words>
  <Application>Microsoft Office PowerPoint</Application>
  <PresentationFormat>ワイド画面</PresentationFormat>
  <Paragraphs>20</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    モバイル開発  メモ帳</vt:lpstr>
      <vt:lpstr>このアプリを作ろうと思った理由</vt:lpstr>
      <vt:lpstr>アプリの概要</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11</cp:revision>
  <dcterms:created xsi:type="dcterms:W3CDTF">2025-12-02T05:39:17Z</dcterms:created>
  <dcterms:modified xsi:type="dcterms:W3CDTF">2026-01-21T03:09:10Z</dcterms:modified>
</cp:coreProperties>
</file>